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5" r:id="rId16"/>
    <p:sldId id="269" r:id="rId17"/>
    <p:sldId id="270" r:id="rId18"/>
    <p:sldId id="271" r:id="rId19"/>
    <p:sldId id="272" r:id="rId20"/>
    <p:sldId id="273" r:id="rId21"/>
    <p:sldId id="274"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d/zt3w+uDQXDDRXeYjDYoq2kc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9" d="100"/>
          <a:sy n="89" d="100"/>
        </p:scale>
        <p:origin x="-1258" y="-1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customschemas.google.com/relationships/presentationmetadata" Target="meta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0982866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7dcce6c6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37dcce6c617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7dcce6c61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37dcce6c617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7dcce6c617_2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37dcce6c617_2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7dcce6c617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37dcce6c617_2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bg>
      <p:bgPr>
        <a:solidFill>
          <a:schemeClr val="dk2"/>
        </a:solidFill>
        <a:effectLst/>
      </p:bgPr>
    </p:bg>
    <p:spTree>
      <p:nvGrpSpPr>
        <p:cNvPr id="1" name="Shape 14"/>
        <p:cNvGrpSpPr/>
        <p:nvPr/>
      </p:nvGrpSpPr>
      <p:grpSpPr>
        <a:xfrm>
          <a:off x="0" y="0"/>
          <a:ext cx="0" cy="0"/>
          <a:chOff x="0" y="0"/>
          <a:chExt cx="0" cy="0"/>
        </a:xfrm>
      </p:grpSpPr>
      <p:sp>
        <p:nvSpPr>
          <p:cNvPr id="15" name="Google Shape;15;p24"/>
          <p:cNvSpPr/>
          <p:nvPr/>
        </p:nvSpPr>
        <p:spPr>
          <a:xfrm>
            <a:off x="0" y="5971032"/>
            <a:ext cx="9144000" cy="886968"/>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6" name="Google Shape;16;p24"/>
          <p:cNvSpPr/>
          <p:nvPr/>
        </p:nvSpPr>
        <p:spPr>
          <a:xfrm>
            <a:off x="-9144" y="6053328"/>
            <a:ext cx="2249424" cy="7132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7" name="Google Shape;17;p24"/>
          <p:cNvSpPr/>
          <p:nvPr/>
        </p:nvSpPr>
        <p:spPr>
          <a:xfrm>
            <a:off x="2359152" y="6044184"/>
            <a:ext cx="6784848" cy="71323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8" name="Google Shape;18;p24"/>
          <p:cNvSpPr txBox="1">
            <a:spLocks noGrp="1"/>
          </p:cNvSpPr>
          <p:nvPr>
            <p:ph type="ctrTitle"/>
          </p:nvPr>
        </p:nvSpPr>
        <p:spPr>
          <a:xfrm>
            <a:off x="2362200" y="4038600"/>
            <a:ext cx="6477000" cy="182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4400"/>
              <a:buFont typeface="Twentieth Century"/>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4"/>
          <p:cNvSpPr txBox="1">
            <a:spLocks noGrp="1"/>
          </p:cNvSpPr>
          <p:nvPr>
            <p:ph type="subTitle" idx="1"/>
          </p:nvPr>
        </p:nvSpPr>
        <p:spPr>
          <a:xfrm>
            <a:off x="2362200" y="6050037"/>
            <a:ext cx="6705600" cy="685800"/>
          </a:xfrm>
          <a:prstGeom prst="rect">
            <a:avLst/>
          </a:prstGeom>
          <a:noFill/>
          <a:ln>
            <a:noFill/>
          </a:ln>
        </p:spPr>
        <p:txBody>
          <a:bodyPr spcFirstLastPara="1" wrap="square" lIns="91425" tIns="45700" rIns="91425" bIns="45700" anchor="ctr" anchorCtr="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20" name="Google Shape;20;p24"/>
          <p:cNvSpPr txBox="1">
            <a:spLocks noGrp="1"/>
          </p:cNvSpPr>
          <p:nvPr>
            <p:ph type="dt" idx="10"/>
          </p:nvPr>
        </p:nvSpPr>
        <p:spPr>
          <a:xfrm>
            <a:off x="76200" y="6068699"/>
            <a:ext cx="2057400" cy="685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20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4"/>
          <p:cNvSpPr txBox="1">
            <a:spLocks noGrp="1"/>
          </p:cNvSpPr>
          <p:nvPr>
            <p:ph type="ftr" idx="11"/>
          </p:nvPr>
        </p:nvSpPr>
        <p:spPr>
          <a:xfrm>
            <a:off x="2085393" y="236538"/>
            <a:ext cx="586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4"/>
          <p:cNvSpPr txBox="1">
            <a:spLocks noGrp="1"/>
          </p:cNvSpPr>
          <p:nvPr>
            <p:ph type="sldNum" idx="12"/>
          </p:nvPr>
        </p:nvSpPr>
        <p:spPr>
          <a:xfrm>
            <a:off x="8001000" y="228600"/>
            <a:ext cx="838200" cy="381000"/>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1pPr>
            <a:lvl2pPr marL="0" lvl="1"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2pPr>
            <a:lvl3pPr marL="0" lvl="2"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3pPr>
            <a:lvl4pPr marL="0" lvl="3"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4pPr>
            <a:lvl5pPr marL="0" lvl="4"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5pPr>
            <a:lvl6pPr marL="0" lvl="5"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6pPr>
            <a:lvl7pPr marL="0" lvl="6"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7pPr>
            <a:lvl8pPr marL="0" lvl="7"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8pPr>
            <a:lvl9pPr marL="0" lvl="8"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2"/>
        <p:cNvGrpSpPr/>
        <p:nvPr/>
      </p:nvGrpSpPr>
      <p:grpSpPr>
        <a:xfrm>
          <a:off x="0" y="0"/>
          <a:ext cx="0" cy="0"/>
          <a:chOff x="0" y="0"/>
          <a:chExt cx="0" cy="0"/>
        </a:xfrm>
      </p:grpSpPr>
      <p:sp>
        <p:nvSpPr>
          <p:cNvPr id="33" name="Google Shape;33;p25"/>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5"/>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5"/>
          <p:cNvSpPr txBox="1">
            <a:spLocks noGrp="1"/>
          </p:cNvSpPr>
          <p:nvPr>
            <p:ph type="sldNum" idx="12"/>
          </p:nvPr>
        </p:nvSpPr>
        <p:spPr>
          <a:xfrm>
            <a:off x="0" y="1272222"/>
            <a:ext cx="5334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1pPr>
            <a:lvl2pPr marL="0" lvl="1"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2pPr>
            <a:lvl3pPr marL="0" lvl="2"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3pPr>
            <a:lvl4pPr marL="0" lvl="3"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4pPr>
            <a:lvl5pPr marL="0" lvl="4"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5pPr>
            <a:lvl6pPr marL="0" lvl="5"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6pPr>
            <a:lvl7pPr marL="0" lvl="6"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7pPr>
            <a:lvl8pPr marL="0" lvl="7"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8pPr>
            <a:lvl9pPr marL="0" lvl="8"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
        <p:nvSpPr>
          <p:cNvPr id="37" name="Google Shape;37;p25"/>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bg>
      <p:bgPr>
        <a:solidFill>
          <a:schemeClr val="dk2"/>
        </a:solidFill>
        <a:effectLst/>
      </p:bgPr>
    </p:bg>
    <p:spTree>
      <p:nvGrpSpPr>
        <p:cNvPr id="1" name="Shape 38"/>
        <p:cNvGrpSpPr/>
        <p:nvPr/>
      </p:nvGrpSpPr>
      <p:grpSpPr>
        <a:xfrm>
          <a:off x="0" y="0"/>
          <a:ext cx="0" cy="0"/>
          <a:chOff x="0" y="0"/>
          <a:chExt cx="0" cy="0"/>
        </a:xfrm>
      </p:grpSpPr>
      <p:sp>
        <p:nvSpPr>
          <p:cNvPr id="39" name="Google Shape;39;p23"/>
          <p:cNvSpPr/>
          <p:nvPr/>
        </p:nvSpPr>
        <p:spPr>
          <a:xfrm>
            <a:off x="0" y="5971032"/>
            <a:ext cx="9144000" cy="886968"/>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40" name="Google Shape;40;p23"/>
          <p:cNvSpPr/>
          <p:nvPr/>
        </p:nvSpPr>
        <p:spPr>
          <a:xfrm>
            <a:off x="-9144" y="6053328"/>
            <a:ext cx="2249424" cy="7132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41" name="Google Shape;41;p23"/>
          <p:cNvSpPr/>
          <p:nvPr/>
        </p:nvSpPr>
        <p:spPr>
          <a:xfrm>
            <a:off x="2359152" y="6044184"/>
            <a:ext cx="6784848" cy="71323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42" name="Google Shape;42;p23"/>
          <p:cNvSpPr txBox="1">
            <a:spLocks noGrp="1"/>
          </p:cNvSpPr>
          <p:nvPr>
            <p:ph type="ctrTitle"/>
          </p:nvPr>
        </p:nvSpPr>
        <p:spPr>
          <a:xfrm>
            <a:off x="2362200" y="4038600"/>
            <a:ext cx="6477000" cy="182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4400"/>
              <a:buFont typeface="Twentieth Century"/>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3"/>
          <p:cNvSpPr txBox="1">
            <a:spLocks noGrp="1"/>
          </p:cNvSpPr>
          <p:nvPr>
            <p:ph type="subTitle" idx="1"/>
          </p:nvPr>
        </p:nvSpPr>
        <p:spPr>
          <a:xfrm>
            <a:off x="2362200" y="6050037"/>
            <a:ext cx="6705600" cy="685800"/>
          </a:xfrm>
          <a:prstGeom prst="rect">
            <a:avLst/>
          </a:prstGeom>
          <a:noFill/>
          <a:ln>
            <a:noFill/>
          </a:ln>
        </p:spPr>
        <p:txBody>
          <a:bodyPr spcFirstLastPara="1" wrap="square" lIns="91425" tIns="45700" rIns="91425" bIns="45700" anchor="ctr" anchorCtr="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44" name="Google Shape;44;p23"/>
          <p:cNvSpPr txBox="1">
            <a:spLocks noGrp="1"/>
          </p:cNvSpPr>
          <p:nvPr>
            <p:ph type="dt" idx="10"/>
          </p:nvPr>
        </p:nvSpPr>
        <p:spPr>
          <a:xfrm>
            <a:off x="76200" y="6068699"/>
            <a:ext cx="2057400" cy="685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20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3"/>
          <p:cNvSpPr txBox="1">
            <a:spLocks noGrp="1"/>
          </p:cNvSpPr>
          <p:nvPr>
            <p:ph type="ftr" idx="11"/>
          </p:nvPr>
        </p:nvSpPr>
        <p:spPr>
          <a:xfrm>
            <a:off x="2085393" y="236538"/>
            <a:ext cx="58674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3"/>
          <p:cNvSpPr txBox="1">
            <a:spLocks noGrp="1"/>
          </p:cNvSpPr>
          <p:nvPr>
            <p:ph type="sldNum" idx="12"/>
          </p:nvPr>
        </p:nvSpPr>
        <p:spPr>
          <a:xfrm>
            <a:off x="8001000" y="228600"/>
            <a:ext cx="838200" cy="381000"/>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1pPr>
            <a:lvl2pPr marL="0" lvl="1"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2pPr>
            <a:lvl3pPr marL="0" lvl="2"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3pPr>
            <a:lvl4pPr marL="0" lvl="3"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4pPr>
            <a:lvl5pPr marL="0" lvl="4"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5pPr>
            <a:lvl6pPr marL="0" lvl="5"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6pPr>
            <a:lvl7pPr marL="0" lvl="6"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7pPr>
            <a:lvl8pPr marL="0" lvl="7"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8pPr>
            <a:lvl9pPr marL="0" lvl="8" indent="0" algn="ctr">
              <a:spcBef>
                <a:spcPts val="0"/>
              </a:spcBef>
              <a:buNone/>
              <a:defRPr sz="1400" b="1" i="0" u="none" strike="noStrike" cap="none">
                <a:solidFill>
                  <a:schemeClr val="lt2"/>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bg>
      <p:bgPr>
        <a:blipFill rotWithShape="1">
          <a:blip r:embed="rId2">
            <a:alphaModFix/>
          </a:blip>
          <a:tile tx="0" ty="0" sx="100000" sy="100000" flip="none" algn="tl"/>
        </a:blipFill>
        <a:effectLst/>
      </p:bgPr>
    </p:bg>
    <p:spTree>
      <p:nvGrpSpPr>
        <p:cNvPr id="1" name="Shape 47"/>
        <p:cNvGrpSpPr/>
        <p:nvPr/>
      </p:nvGrpSpPr>
      <p:grpSpPr>
        <a:xfrm>
          <a:off x="0" y="0"/>
          <a:ext cx="0" cy="0"/>
          <a:chOff x="0" y="0"/>
          <a:chExt cx="0" cy="0"/>
        </a:xfrm>
      </p:grpSpPr>
      <p:sp>
        <p:nvSpPr>
          <p:cNvPr id="48" name="Google Shape;48;p26"/>
          <p:cNvSpPr txBox="1">
            <a:spLocks noGrp="1"/>
          </p:cNvSpPr>
          <p:nvPr>
            <p:ph type="body" idx="1"/>
          </p:nvPr>
        </p:nvSpPr>
        <p:spPr>
          <a:xfrm>
            <a:off x="1371600" y="2743200"/>
            <a:ext cx="7123113" cy="1673225"/>
          </a:xfrm>
          <a:prstGeom prst="rect">
            <a:avLst/>
          </a:prstGeom>
          <a:noFill/>
          <a:ln>
            <a:noFill/>
          </a:ln>
        </p:spPr>
        <p:txBody>
          <a:bodyPr spcFirstLastPara="1" wrap="square" lIns="91425" tIns="45700" rIns="91425" bIns="45700" anchor="t" anchorCtr="0">
            <a:normAutofit/>
          </a:bodyPr>
          <a:lstStyle>
            <a:lvl1pPr marL="457200" lvl="0" indent="-228600" algn="l">
              <a:spcBef>
                <a:spcPts val="700"/>
              </a:spcBef>
              <a:spcAft>
                <a:spcPts val="0"/>
              </a:spcAft>
              <a:buSzPts val="1680"/>
              <a:buNone/>
              <a:defRPr sz="2800">
                <a:solidFill>
                  <a:schemeClr val="dk2"/>
                </a:solidFill>
              </a:defRPr>
            </a:lvl1pPr>
            <a:lvl2pPr marL="914400" lvl="1" indent="-228600" algn="l">
              <a:spcBef>
                <a:spcPts val="550"/>
              </a:spcBef>
              <a:spcAft>
                <a:spcPts val="0"/>
              </a:spcAft>
              <a:buSzPts val="1260"/>
              <a:buNone/>
              <a:defRPr sz="1800">
                <a:solidFill>
                  <a:srgbClr val="888888"/>
                </a:solidFill>
              </a:defRPr>
            </a:lvl2pPr>
            <a:lvl3pPr marL="1371600" lvl="2" indent="-228600" algn="l">
              <a:spcBef>
                <a:spcPts val="500"/>
              </a:spcBef>
              <a:spcAft>
                <a:spcPts val="0"/>
              </a:spcAft>
              <a:buSzPts val="1200"/>
              <a:buNone/>
              <a:defRPr sz="1600">
                <a:solidFill>
                  <a:srgbClr val="888888"/>
                </a:solidFill>
              </a:defRPr>
            </a:lvl3pPr>
            <a:lvl4pPr marL="1828800" lvl="3" indent="-228600" algn="l">
              <a:spcBef>
                <a:spcPts val="400"/>
              </a:spcBef>
              <a:spcAft>
                <a:spcPts val="0"/>
              </a:spcAft>
              <a:buSzPts val="1050"/>
              <a:buNone/>
              <a:defRPr sz="1400">
                <a:solidFill>
                  <a:srgbClr val="888888"/>
                </a:solidFill>
              </a:defRPr>
            </a:lvl4pPr>
            <a:lvl5pPr marL="2286000" lvl="4" indent="-228600" algn="l">
              <a:spcBef>
                <a:spcPts val="400"/>
              </a:spcBef>
              <a:spcAft>
                <a:spcPts val="0"/>
              </a:spcAft>
              <a:buSzPts val="910"/>
              <a:buNone/>
              <a:defRPr sz="1400">
                <a:solidFill>
                  <a:srgbClr val="888888"/>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9" name="Google Shape;49;p26"/>
          <p:cNvSpPr/>
          <p:nvPr/>
        </p:nvSpPr>
        <p:spPr>
          <a:xfrm>
            <a:off x="0" y="1524000"/>
            <a:ext cx="9144000" cy="1143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50" name="Google Shape;50;p26"/>
          <p:cNvSpPr/>
          <p:nvPr/>
        </p:nvSpPr>
        <p:spPr>
          <a:xfrm>
            <a:off x="0" y="1600200"/>
            <a:ext cx="1295400" cy="990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51" name="Google Shape;51;p26"/>
          <p:cNvSpPr/>
          <p:nvPr/>
        </p:nvSpPr>
        <p:spPr>
          <a:xfrm>
            <a:off x="1371600" y="1600200"/>
            <a:ext cx="7772400" cy="990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52" name="Google Shape;52;p26"/>
          <p:cNvSpPr txBox="1">
            <a:spLocks noGrp="1"/>
          </p:cNvSpPr>
          <p:nvPr>
            <p:ph type="title"/>
          </p:nvPr>
        </p:nvSpPr>
        <p:spPr>
          <a:xfrm>
            <a:off x="1371600" y="1600200"/>
            <a:ext cx="76200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FFFFFF"/>
              </a:buClr>
              <a:buSzPts val="4400"/>
              <a:buFont typeface="Twentieth Century"/>
              <a:buNone/>
              <a:defRPr sz="4400" b="0" cap="none">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6"/>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6"/>
          <p:cNvSpPr txBox="1">
            <a:spLocks noGrp="1"/>
          </p:cNvSpPr>
          <p:nvPr>
            <p:ph type="sldNum" idx="12"/>
          </p:nvPr>
        </p:nvSpPr>
        <p:spPr>
          <a:xfrm>
            <a:off x="0" y="1752600"/>
            <a:ext cx="1295400" cy="701676"/>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400" b="1" i="0" u="none" strike="noStrike" cap="none">
                <a:solidFill>
                  <a:srgbClr val="FFFFFF"/>
                </a:solidFill>
                <a:latin typeface="Twentieth Century"/>
                <a:ea typeface="Twentieth Century"/>
                <a:cs typeface="Twentieth Century"/>
                <a:sym typeface="Twentieth Century"/>
              </a:defRPr>
            </a:lvl1pPr>
            <a:lvl2pPr marL="0" lvl="1" indent="0" algn="ctr">
              <a:spcBef>
                <a:spcPts val="0"/>
              </a:spcBef>
              <a:buNone/>
              <a:defRPr sz="2400" b="1" i="0" u="none" strike="noStrike" cap="none">
                <a:solidFill>
                  <a:srgbClr val="FFFFFF"/>
                </a:solidFill>
                <a:latin typeface="Twentieth Century"/>
                <a:ea typeface="Twentieth Century"/>
                <a:cs typeface="Twentieth Century"/>
                <a:sym typeface="Twentieth Century"/>
              </a:defRPr>
            </a:lvl2pPr>
            <a:lvl3pPr marL="0" lvl="2" indent="0" algn="ctr">
              <a:spcBef>
                <a:spcPts val="0"/>
              </a:spcBef>
              <a:buNone/>
              <a:defRPr sz="2400" b="1" i="0" u="none" strike="noStrike" cap="none">
                <a:solidFill>
                  <a:srgbClr val="FFFFFF"/>
                </a:solidFill>
                <a:latin typeface="Twentieth Century"/>
                <a:ea typeface="Twentieth Century"/>
                <a:cs typeface="Twentieth Century"/>
                <a:sym typeface="Twentieth Century"/>
              </a:defRPr>
            </a:lvl3pPr>
            <a:lvl4pPr marL="0" lvl="3" indent="0" algn="ctr">
              <a:spcBef>
                <a:spcPts val="0"/>
              </a:spcBef>
              <a:buNone/>
              <a:defRPr sz="2400" b="1" i="0" u="none" strike="noStrike" cap="none">
                <a:solidFill>
                  <a:srgbClr val="FFFFFF"/>
                </a:solidFill>
                <a:latin typeface="Twentieth Century"/>
                <a:ea typeface="Twentieth Century"/>
                <a:cs typeface="Twentieth Century"/>
                <a:sym typeface="Twentieth Century"/>
              </a:defRPr>
            </a:lvl4pPr>
            <a:lvl5pPr marL="0" lvl="4" indent="0" algn="ctr">
              <a:spcBef>
                <a:spcPts val="0"/>
              </a:spcBef>
              <a:buNone/>
              <a:defRPr sz="2400" b="1" i="0" u="none" strike="noStrike" cap="none">
                <a:solidFill>
                  <a:srgbClr val="FFFFFF"/>
                </a:solidFill>
                <a:latin typeface="Twentieth Century"/>
                <a:ea typeface="Twentieth Century"/>
                <a:cs typeface="Twentieth Century"/>
                <a:sym typeface="Twentieth Century"/>
              </a:defRPr>
            </a:lvl5pPr>
            <a:lvl6pPr marL="0" lvl="5" indent="0" algn="ctr">
              <a:spcBef>
                <a:spcPts val="0"/>
              </a:spcBef>
              <a:buNone/>
              <a:defRPr sz="2400" b="1" i="0" u="none" strike="noStrike" cap="none">
                <a:solidFill>
                  <a:srgbClr val="FFFFFF"/>
                </a:solidFill>
                <a:latin typeface="Twentieth Century"/>
                <a:ea typeface="Twentieth Century"/>
                <a:cs typeface="Twentieth Century"/>
                <a:sym typeface="Twentieth Century"/>
              </a:defRPr>
            </a:lvl6pPr>
            <a:lvl7pPr marL="0" lvl="6" indent="0" algn="ctr">
              <a:spcBef>
                <a:spcPts val="0"/>
              </a:spcBef>
              <a:buNone/>
              <a:defRPr sz="2400" b="1" i="0" u="none" strike="noStrike" cap="none">
                <a:solidFill>
                  <a:srgbClr val="FFFFFF"/>
                </a:solidFill>
                <a:latin typeface="Twentieth Century"/>
                <a:ea typeface="Twentieth Century"/>
                <a:cs typeface="Twentieth Century"/>
                <a:sym typeface="Twentieth Century"/>
              </a:defRPr>
            </a:lvl7pPr>
            <a:lvl8pPr marL="0" lvl="7" indent="0" algn="ctr">
              <a:spcBef>
                <a:spcPts val="0"/>
              </a:spcBef>
              <a:buNone/>
              <a:defRPr sz="2400" b="1" i="0" u="none" strike="noStrike" cap="none">
                <a:solidFill>
                  <a:srgbClr val="FFFFFF"/>
                </a:solidFill>
                <a:latin typeface="Twentieth Century"/>
                <a:ea typeface="Twentieth Century"/>
                <a:cs typeface="Twentieth Century"/>
                <a:sym typeface="Twentieth Century"/>
              </a:defRPr>
            </a:lvl8pPr>
            <a:lvl9pPr marL="0" lvl="8" indent="0" algn="ctr">
              <a:spcBef>
                <a:spcPts val="0"/>
              </a:spcBef>
              <a:buNone/>
              <a:defRPr sz="2400" b="1" i="0" u="none" strike="noStrike" cap="none">
                <a:solidFill>
                  <a:srgbClr val="FFFFFF"/>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
        <p:nvSpPr>
          <p:cNvPr id="55" name="Google Shape;55;p26"/>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56"/>
        <p:cNvGrpSpPr/>
        <p:nvPr/>
      </p:nvGrpSpPr>
      <p:grpSpPr>
        <a:xfrm>
          <a:off x="0" y="0"/>
          <a:ext cx="0" cy="0"/>
          <a:chOff x="0" y="0"/>
          <a:chExt cx="0" cy="0"/>
        </a:xfrm>
      </p:grpSpPr>
      <p:sp>
        <p:nvSpPr>
          <p:cNvPr id="57" name="Google Shape;57;p27"/>
          <p:cNvSpPr txBox="1">
            <a:spLocks noGrp="1"/>
          </p:cNvSpPr>
          <p:nvPr>
            <p:ph type="title"/>
          </p:nvPr>
        </p:nvSpPr>
        <p:spPr>
          <a:xfrm>
            <a:off x="609600" y="228600"/>
            <a:ext cx="81534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27"/>
          <p:cNvSpPr txBox="1">
            <a:spLocks noGrp="1"/>
          </p:cNvSpPr>
          <p:nvPr>
            <p:ph type="body" idx="1"/>
          </p:nvPr>
        </p:nvSpPr>
        <p:spPr>
          <a:xfrm>
            <a:off x="609600" y="1589567"/>
            <a:ext cx="3886200" cy="45720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9" name="Google Shape;59;p27"/>
          <p:cNvSpPr txBox="1">
            <a:spLocks noGrp="1"/>
          </p:cNvSpPr>
          <p:nvPr>
            <p:ph type="body" idx="2"/>
          </p:nvPr>
        </p:nvSpPr>
        <p:spPr>
          <a:xfrm>
            <a:off x="4844901" y="1589567"/>
            <a:ext cx="3886200" cy="45720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0" name="Google Shape;60;p27"/>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7"/>
          <p:cNvSpPr txBox="1">
            <a:spLocks noGrp="1"/>
          </p:cNvSpPr>
          <p:nvPr>
            <p:ph type="sldNum" idx="12"/>
          </p:nvPr>
        </p:nvSpPr>
        <p:spPr>
          <a:xfrm>
            <a:off x="0" y="1272222"/>
            <a:ext cx="5334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62" name="Google Shape;62;p27"/>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63"/>
        <p:cNvGrpSpPr/>
        <p:nvPr/>
      </p:nvGrpSpPr>
      <p:grpSpPr>
        <a:xfrm>
          <a:off x="0" y="0"/>
          <a:ext cx="0" cy="0"/>
          <a:chOff x="0" y="0"/>
          <a:chExt cx="0" cy="0"/>
        </a:xfrm>
      </p:grpSpPr>
      <p:sp>
        <p:nvSpPr>
          <p:cNvPr id="64" name="Google Shape;64;p28"/>
          <p:cNvSpPr txBox="1">
            <a:spLocks noGrp="1"/>
          </p:cNvSpPr>
          <p:nvPr>
            <p:ph type="title"/>
          </p:nvPr>
        </p:nvSpPr>
        <p:spPr>
          <a:xfrm>
            <a:off x="533400" y="273050"/>
            <a:ext cx="8153400" cy="8699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400"/>
              <a:buFont typeface="Twentieth Centur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28"/>
          <p:cNvSpPr txBox="1">
            <a:spLocks noGrp="1"/>
          </p:cNvSpPr>
          <p:nvPr>
            <p:ph type="body" idx="1"/>
          </p:nvPr>
        </p:nvSpPr>
        <p:spPr>
          <a:xfrm>
            <a:off x="609600" y="2438400"/>
            <a:ext cx="3886200" cy="35814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6" name="Google Shape;66;p28"/>
          <p:cNvSpPr txBox="1">
            <a:spLocks noGrp="1"/>
          </p:cNvSpPr>
          <p:nvPr>
            <p:ph type="body" idx="2"/>
          </p:nvPr>
        </p:nvSpPr>
        <p:spPr>
          <a:xfrm>
            <a:off x="4800600" y="2438400"/>
            <a:ext cx="3886200" cy="35814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7" name="Google Shape;67;p28"/>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8"/>
          <p:cNvSpPr txBox="1">
            <a:spLocks noGrp="1"/>
          </p:cNvSpPr>
          <p:nvPr>
            <p:ph type="sldNum" idx="12"/>
          </p:nvPr>
        </p:nvSpPr>
        <p:spPr>
          <a:xfrm>
            <a:off x="0" y="1272222"/>
            <a:ext cx="5334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69" name="Google Shape;69;p28"/>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txBox="1">
            <a:spLocks noGrp="1"/>
          </p:cNvSpPr>
          <p:nvPr>
            <p:ph type="body" idx="3"/>
          </p:nvPr>
        </p:nvSpPr>
        <p:spPr>
          <a:xfrm>
            <a:off x="609600" y="1752600"/>
            <a:ext cx="3886200" cy="640080"/>
          </a:xfrm>
          <a:prstGeom prst="rect">
            <a:avLst/>
          </a:prstGeom>
          <a:solidFill>
            <a:schemeClr val="accent2"/>
          </a:solidFill>
          <a:ln>
            <a:noFill/>
          </a:ln>
        </p:spPr>
        <p:txBody>
          <a:bodyPr spcFirstLastPara="1" wrap="square" lIns="91425" tIns="45700" rIns="91425" bIns="45700" anchor="ctr" anchorCtr="0">
            <a:normAutofit/>
          </a:bodyPr>
          <a:lstStyle>
            <a:lvl1pPr marL="457200" lvl="0" indent="-228600" algn="l">
              <a:spcBef>
                <a:spcPts val="700"/>
              </a:spcBef>
              <a:spcAft>
                <a:spcPts val="0"/>
              </a:spcAft>
              <a:buSzPts val="1200"/>
              <a:buFont typeface="Twentieth Century"/>
              <a:buNone/>
              <a:defRPr sz="2000" b="1">
                <a:solidFill>
                  <a:srgbClr val="FFFFFF"/>
                </a:solidFill>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1" name="Google Shape;71;p28"/>
          <p:cNvSpPr txBox="1">
            <a:spLocks noGrp="1"/>
          </p:cNvSpPr>
          <p:nvPr>
            <p:ph type="body" idx="4"/>
          </p:nvPr>
        </p:nvSpPr>
        <p:spPr>
          <a:xfrm>
            <a:off x="4800600" y="1752600"/>
            <a:ext cx="3886200" cy="640080"/>
          </a:xfrm>
          <a:prstGeom prst="rect">
            <a:avLst/>
          </a:prstGeom>
          <a:solidFill>
            <a:schemeClr val="accent4"/>
          </a:solidFill>
          <a:ln>
            <a:noFill/>
          </a:ln>
        </p:spPr>
        <p:txBody>
          <a:bodyPr spcFirstLastPara="1" wrap="square" lIns="91425" tIns="45700" rIns="91425" bIns="45700" anchor="ctr" anchorCtr="0">
            <a:normAutofit/>
          </a:bodyPr>
          <a:lstStyle>
            <a:lvl1pPr marL="457200" lvl="0" indent="-228600" algn="l">
              <a:spcBef>
                <a:spcPts val="700"/>
              </a:spcBef>
              <a:spcAft>
                <a:spcPts val="0"/>
              </a:spcAft>
              <a:buSzPts val="1200"/>
              <a:buFont typeface="Twentieth Century"/>
              <a:buNone/>
              <a:defRPr sz="2000" b="1">
                <a:solidFill>
                  <a:srgbClr val="FFFFFF"/>
                </a:solidFill>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609600" y="228600"/>
            <a:ext cx="81534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9"/>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9"/>
          <p:cNvSpPr txBox="1">
            <a:spLocks noGrp="1"/>
          </p:cNvSpPr>
          <p:nvPr>
            <p:ph type="sldNum" idx="12"/>
          </p:nvPr>
        </p:nvSpPr>
        <p:spPr>
          <a:xfrm>
            <a:off x="0" y="1272222"/>
            <a:ext cx="5334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1pPr>
            <a:lvl2pPr marL="0" lvl="1"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2pPr>
            <a:lvl3pPr marL="0" lvl="2"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3pPr>
            <a:lvl4pPr marL="0" lvl="3"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4pPr>
            <a:lvl5pPr marL="0" lvl="4"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5pPr>
            <a:lvl6pPr marL="0" lvl="5"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6pPr>
            <a:lvl7pPr marL="0" lvl="6"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7pPr>
            <a:lvl8pPr marL="0" lvl="7"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8pPr>
            <a:lvl9pPr marL="0" lvl="8"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77"/>
        <p:cNvGrpSpPr/>
        <p:nvPr/>
      </p:nvGrpSpPr>
      <p:grpSpPr>
        <a:xfrm>
          <a:off x="0" y="0"/>
          <a:ext cx="0" cy="0"/>
          <a:chOff x="0" y="0"/>
          <a:chExt cx="0" cy="0"/>
        </a:xfrm>
      </p:grpSpPr>
      <p:sp>
        <p:nvSpPr>
          <p:cNvPr id="78" name="Google Shape;78;p30"/>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0"/>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0"/>
          <p:cNvSpPr txBox="1">
            <a:spLocks noGrp="1"/>
          </p:cNvSpPr>
          <p:nvPr>
            <p:ph type="sldNum" idx="12"/>
          </p:nvPr>
        </p:nvSpPr>
        <p:spPr>
          <a:xfrm>
            <a:off x="0" y="6248400"/>
            <a:ext cx="533400" cy="381000"/>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i="0" u="none" strike="noStrike" cap="none">
                <a:solidFill>
                  <a:schemeClr val="dk2"/>
                </a:solidFill>
                <a:latin typeface="Twentieth Century"/>
                <a:ea typeface="Twentieth Century"/>
                <a:cs typeface="Twentieth Century"/>
                <a:sym typeface="Twentieth Century"/>
              </a:defRPr>
            </a:lvl1pPr>
            <a:lvl2pPr marL="0" lvl="1" indent="0" algn="ctr">
              <a:spcBef>
                <a:spcPts val="0"/>
              </a:spcBef>
              <a:buNone/>
              <a:defRPr sz="1400" b="1" i="0" u="none" strike="noStrike" cap="none">
                <a:solidFill>
                  <a:schemeClr val="dk2"/>
                </a:solidFill>
                <a:latin typeface="Twentieth Century"/>
                <a:ea typeface="Twentieth Century"/>
                <a:cs typeface="Twentieth Century"/>
                <a:sym typeface="Twentieth Century"/>
              </a:defRPr>
            </a:lvl2pPr>
            <a:lvl3pPr marL="0" lvl="2" indent="0" algn="ctr">
              <a:spcBef>
                <a:spcPts val="0"/>
              </a:spcBef>
              <a:buNone/>
              <a:defRPr sz="1400" b="1" i="0" u="none" strike="noStrike" cap="none">
                <a:solidFill>
                  <a:schemeClr val="dk2"/>
                </a:solidFill>
                <a:latin typeface="Twentieth Century"/>
                <a:ea typeface="Twentieth Century"/>
                <a:cs typeface="Twentieth Century"/>
                <a:sym typeface="Twentieth Century"/>
              </a:defRPr>
            </a:lvl3pPr>
            <a:lvl4pPr marL="0" lvl="3" indent="0" algn="ctr">
              <a:spcBef>
                <a:spcPts val="0"/>
              </a:spcBef>
              <a:buNone/>
              <a:defRPr sz="1400" b="1" i="0" u="none" strike="noStrike" cap="none">
                <a:solidFill>
                  <a:schemeClr val="dk2"/>
                </a:solidFill>
                <a:latin typeface="Twentieth Century"/>
                <a:ea typeface="Twentieth Century"/>
                <a:cs typeface="Twentieth Century"/>
                <a:sym typeface="Twentieth Century"/>
              </a:defRPr>
            </a:lvl4pPr>
            <a:lvl5pPr marL="0" lvl="4" indent="0" algn="ctr">
              <a:spcBef>
                <a:spcPts val="0"/>
              </a:spcBef>
              <a:buNone/>
              <a:defRPr sz="1400" b="1" i="0" u="none" strike="noStrike" cap="none">
                <a:solidFill>
                  <a:schemeClr val="dk2"/>
                </a:solidFill>
                <a:latin typeface="Twentieth Century"/>
                <a:ea typeface="Twentieth Century"/>
                <a:cs typeface="Twentieth Century"/>
                <a:sym typeface="Twentieth Century"/>
              </a:defRPr>
            </a:lvl5pPr>
            <a:lvl6pPr marL="0" lvl="5" indent="0" algn="ctr">
              <a:spcBef>
                <a:spcPts val="0"/>
              </a:spcBef>
              <a:buNone/>
              <a:defRPr sz="1400" b="1" i="0" u="none" strike="noStrike" cap="none">
                <a:solidFill>
                  <a:schemeClr val="dk2"/>
                </a:solidFill>
                <a:latin typeface="Twentieth Century"/>
                <a:ea typeface="Twentieth Century"/>
                <a:cs typeface="Twentieth Century"/>
                <a:sym typeface="Twentieth Century"/>
              </a:defRPr>
            </a:lvl6pPr>
            <a:lvl7pPr marL="0" lvl="6" indent="0" algn="ctr">
              <a:spcBef>
                <a:spcPts val="0"/>
              </a:spcBef>
              <a:buNone/>
              <a:defRPr sz="1400" b="1" i="0" u="none" strike="noStrike" cap="none">
                <a:solidFill>
                  <a:schemeClr val="dk2"/>
                </a:solidFill>
                <a:latin typeface="Twentieth Century"/>
                <a:ea typeface="Twentieth Century"/>
                <a:cs typeface="Twentieth Century"/>
                <a:sym typeface="Twentieth Century"/>
              </a:defRPr>
            </a:lvl7pPr>
            <a:lvl8pPr marL="0" lvl="7" indent="0" algn="ctr">
              <a:spcBef>
                <a:spcPts val="0"/>
              </a:spcBef>
              <a:buNone/>
              <a:defRPr sz="1400" b="1" i="0" u="none" strike="noStrike" cap="none">
                <a:solidFill>
                  <a:schemeClr val="dk2"/>
                </a:solidFill>
                <a:latin typeface="Twentieth Century"/>
                <a:ea typeface="Twentieth Century"/>
                <a:cs typeface="Twentieth Century"/>
                <a:sym typeface="Twentieth Century"/>
              </a:defRPr>
            </a:lvl8pPr>
            <a:lvl9pPr marL="0" lvl="8" indent="0" algn="ctr">
              <a:spcBef>
                <a:spcPts val="0"/>
              </a:spcBef>
              <a:buNone/>
              <a:defRPr sz="1400" b="1" i="0" u="none" strike="noStrike" cap="none">
                <a:solidFill>
                  <a:schemeClr val="dk2"/>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81"/>
        <p:cNvGrpSpPr/>
        <p:nvPr/>
      </p:nvGrpSpPr>
      <p:grpSpPr>
        <a:xfrm>
          <a:off x="0" y="0"/>
          <a:ext cx="0" cy="0"/>
          <a:chOff x="0" y="0"/>
          <a:chExt cx="0" cy="0"/>
        </a:xfrm>
      </p:grpSpPr>
      <p:sp>
        <p:nvSpPr>
          <p:cNvPr id="82" name="Google Shape;82;p31"/>
          <p:cNvSpPr txBox="1">
            <a:spLocks noGrp="1"/>
          </p:cNvSpPr>
          <p:nvPr>
            <p:ph type="title"/>
          </p:nvPr>
        </p:nvSpPr>
        <p:spPr>
          <a:xfrm>
            <a:off x="609600" y="273050"/>
            <a:ext cx="8077200" cy="8699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400"/>
              <a:buFont typeface="Twentieth Century"/>
              <a:buNone/>
              <a:defRPr sz="44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31"/>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1"/>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1"/>
          <p:cNvSpPr txBox="1">
            <a:spLocks noGrp="1"/>
          </p:cNvSpPr>
          <p:nvPr>
            <p:ph type="sldNum" idx="12"/>
          </p:nvPr>
        </p:nvSpPr>
        <p:spPr>
          <a:xfrm>
            <a:off x="0" y="1272222"/>
            <a:ext cx="5334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1pPr>
            <a:lvl2pPr marL="0" lvl="1"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2pPr>
            <a:lvl3pPr marL="0" lvl="2"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3pPr>
            <a:lvl4pPr marL="0" lvl="3"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4pPr>
            <a:lvl5pPr marL="0" lvl="4"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5pPr>
            <a:lvl6pPr marL="0" lvl="5"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6pPr>
            <a:lvl7pPr marL="0" lvl="6"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7pPr>
            <a:lvl8pPr marL="0" lvl="7"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8pPr>
            <a:lvl9pPr marL="0" lvl="8" indent="0" algn="ctr">
              <a:spcBef>
                <a:spcPts val="0"/>
              </a:spcBef>
              <a:buNone/>
              <a:defRPr sz="1400" b="1" i="0" u="none" strike="noStrike" cap="none">
                <a:solidFill>
                  <a:srgbClr val="FFFFFF"/>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
        <p:nvSpPr>
          <p:cNvPr id="86" name="Google Shape;86;p31"/>
          <p:cNvSpPr txBox="1">
            <a:spLocks noGrp="1"/>
          </p:cNvSpPr>
          <p:nvPr>
            <p:ph type="body" idx="1"/>
          </p:nvPr>
        </p:nvSpPr>
        <p:spPr>
          <a:xfrm>
            <a:off x="609600" y="1752600"/>
            <a:ext cx="1600200" cy="4343400"/>
          </a:xfrm>
          <a:prstGeom prst="rect">
            <a:avLst/>
          </a:prstGeom>
          <a:solidFill>
            <a:schemeClr val="accent2"/>
          </a:solidFill>
          <a:ln w="50800" cap="sq" cmpd="dbl">
            <a:solidFill>
              <a:schemeClr val="accent2"/>
            </a:solidFill>
            <a:prstDash val="solid"/>
            <a:miter lim="800000"/>
            <a:headEnd type="none" w="sm" len="sm"/>
            <a:tailEnd type="none" w="sm" len="sm"/>
          </a:ln>
        </p:spPr>
        <p:txBody>
          <a:bodyPr spcFirstLastPara="1" wrap="square" lIns="137150" tIns="182875" rIns="137150" bIns="91425" anchor="t" anchorCtr="0">
            <a:normAutofit/>
          </a:bodyPr>
          <a:lstStyle>
            <a:lvl1pPr marL="457200" lvl="0" indent="-228600" algn="l">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marL="914400" lvl="1" indent="-228600" algn="l">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marL="1371600" lvl="2" indent="-228600" algn="l">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marL="1828800" lvl="3" indent="-228600" algn="l">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marL="2286000" lvl="4" indent="-228600" algn="l">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7" name="Google Shape;87;p31"/>
          <p:cNvSpPr txBox="1">
            <a:spLocks noGrp="1"/>
          </p:cNvSpPr>
          <p:nvPr>
            <p:ph type="body" idx="2"/>
          </p:nvPr>
        </p:nvSpPr>
        <p:spPr>
          <a:xfrm>
            <a:off x="2362200" y="1752600"/>
            <a:ext cx="6400800" cy="44196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bg>
      <p:bgPr>
        <a:blipFill rotWithShape="1">
          <a:blip r:embed="rId2">
            <a:alphaModFix/>
          </a:blip>
          <a:tile tx="0" ty="0" sx="100000" sy="100000" flip="none" algn="tl"/>
        </a:blipFill>
        <a:effectLst/>
      </p:bgPr>
    </p:bg>
    <p:spTree>
      <p:nvGrpSpPr>
        <p:cNvPr id="1" name="Shape 88"/>
        <p:cNvGrpSpPr/>
        <p:nvPr/>
      </p:nvGrpSpPr>
      <p:grpSpPr>
        <a:xfrm>
          <a:off x="0" y="0"/>
          <a:ext cx="0" cy="0"/>
          <a:chOff x="0" y="0"/>
          <a:chExt cx="0" cy="0"/>
        </a:xfrm>
      </p:grpSpPr>
      <p:sp>
        <p:nvSpPr>
          <p:cNvPr id="89" name="Google Shape;89;p32"/>
          <p:cNvSpPr txBox="1">
            <a:spLocks noGrp="1"/>
          </p:cNvSpPr>
          <p:nvPr>
            <p:ph type="body" idx="1"/>
          </p:nvPr>
        </p:nvSpPr>
        <p:spPr>
          <a:xfrm>
            <a:off x="1600200" y="5486400"/>
            <a:ext cx="7315200" cy="685800"/>
          </a:xfrm>
          <a:prstGeom prst="rect">
            <a:avLst/>
          </a:prstGeom>
          <a:noFill/>
          <a:ln>
            <a:noFill/>
          </a:ln>
        </p:spPr>
        <p:txBody>
          <a:bodyPr spcFirstLastPara="1" wrap="square" lIns="91425" tIns="45700" rIns="91425" bIns="45700" anchor="t" anchorCtr="0">
            <a:normAutofit/>
          </a:bodyPr>
          <a:lstStyle>
            <a:lvl1pPr marL="457200" lvl="0" indent="-228600" algn="l">
              <a:spcBef>
                <a:spcPts val="700"/>
              </a:spcBef>
              <a:spcAft>
                <a:spcPts val="0"/>
              </a:spcAft>
              <a:buSzPts val="1020"/>
              <a:buFont typeface="Twentieth Century"/>
              <a:buNone/>
              <a:defRPr sz="1700"/>
            </a:lvl1pPr>
            <a:lvl2pPr marL="914400" lvl="1" indent="-228600" algn="l">
              <a:spcBef>
                <a:spcPts val="550"/>
              </a:spcBef>
              <a:spcAft>
                <a:spcPts val="0"/>
              </a:spcAft>
              <a:buSzPts val="840"/>
              <a:buFont typeface="Twentieth Century"/>
              <a:buNone/>
              <a:defRPr sz="1200"/>
            </a:lvl2pPr>
            <a:lvl3pPr marL="1371600" lvl="2" indent="-228600" algn="l">
              <a:spcBef>
                <a:spcPts val="500"/>
              </a:spcBef>
              <a:spcAft>
                <a:spcPts val="0"/>
              </a:spcAft>
              <a:buSzPts val="750"/>
              <a:buFont typeface="Twentieth Century"/>
              <a:buNone/>
              <a:defRPr sz="1000"/>
            </a:lvl3pPr>
            <a:lvl4pPr marL="1828800" lvl="3" indent="-228600" algn="l">
              <a:spcBef>
                <a:spcPts val="400"/>
              </a:spcBef>
              <a:spcAft>
                <a:spcPts val="0"/>
              </a:spcAft>
              <a:buSzPts val="675"/>
              <a:buFont typeface="Twentieth Century"/>
              <a:buNone/>
              <a:defRPr sz="900"/>
            </a:lvl4pPr>
            <a:lvl5pPr marL="2286000" lvl="4" indent="-228600" algn="l">
              <a:spcBef>
                <a:spcPts val="400"/>
              </a:spcBef>
              <a:spcAft>
                <a:spcPts val="0"/>
              </a:spcAft>
              <a:buSzPts val="585"/>
              <a:buFont typeface="Twentieth Century"/>
              <a:buNone/>
              <a:defRPr sz="9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0" name="Google Shape;90;p32"/>
          <p:cNvSpPr/>
          <p:nvPr/>
        </p:nvSpPr>
        <p:spPr>
          <a:xfrm>
            <a:off x="-9144" y="4572000"/>
            <a:ext cx="9144000" cy="886968"/>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91" name="Google Shape;91;p32"/>
          <p:cNvSpPr/>
          <p:nvPr/>
        </p:nvSpPr>
        <p:spPr>
          <a:xfrm>
            <a:off x="-9144" y="4663440"/>
            <a:ext cx="1463040" cy="7132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92" name="Google Shape;92;p32"/>
          <p:cNvSpPr/>
          <p:nvPr/>
        </p:nvSpPr>
        <p:spPr>
          <a:xfrm>
            <a:off x="1545336" y="4654296"/>
            <a:ext cx="7598664" cy="71323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93" name="Google Shape;93;p32"/>
          <p:cNvSpPr txBox="1">
            <a:spLocks noGrp="1"/>
          </p:cNvSpPr>
          <p:nvPr>
            <p:ph type="title"/>
          </p:nvPr>
        </p:nvSpPr>
        <p:spPr>
          <a:xfrm>
            <a:off x="1600200" y="4648200"/>
            <a:ext cx="7315200" cy="685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FFFFFF"/>
              </a:buClr>
              <a:buSzPts val="2800"/>
              <a:buFont typeface="Twentieth Century"/>
              <a:buNone/>
              <a:defRPr sz="28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32"/>
          <p:cNvSpPr/>
          <p:nvPr/>
        </p:nvSpPr>
        <p:spPr>
          <a:xfrm>
            <a:off x="1447800" y="0"/>
            <a:ext cx="100584" cy="6867144"/>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95" name="Google Shape;95;p32"/>
          <p:cNvSpPr txBox="1">
            <a:spLocks noGrp="1"/>
          </p:cNvSpPr>
          <p:nvPr>
            <p:ph type="dt" idx="10"/>
          </p:nvPr>
        </p:nvSpPr>
        <p:spPr>
          <a:xfrm>
            <a:off x="6248400" y="6248400"/>
            <a:ext cx="2667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2"/>
          <p:cNvSpPr txBox="1">
            <a:spLocks noGrp="1"/>
          </p:cNvSpPr>
          <p:nvPr>
            <p:ph type="sldNum" idx="12"/>
          </p:nvPr>
        </p:nvSpPr>
        <p:spPr>
          <a:xfrm>
            <a:off x="0" y="4667249"/>
            <a:ext cx="1447800" cy="663578"/>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2800" b="1" i="0" u="none" strike="noStrike" cap="none">
                <a:solidFill>
                  <a:srgbClr val="FFFFFF"/>
                </a:solidFill>
                <a:latin typeface="Twentieth Century"/>
                <a:ea typeface="Twentieth Century"/>
                <a:cs typeface="Twentieth Century"/>
                <a:sym typeface="Twentieth Century"/>
              </a:defRPr>
            </a:lvl1pPr>
            <a:lvl2pPr marL="0" lvl="1" indent="0" algn="ctr">
              <a:spcBef>
                <a:spcPts val="0"/>
              </a:spcBef>
              <a:buNone/>
              <a:defRPr sz="2800" b="1" i="0" u="none" strike="noStrike" cap="none">
                <a:solidFill>
                  <a:srgbClr val="FFFFFF"/>
                </a:solidFill>
                <a:latin typeface="Twentieth Century"/>
                <a:ea typeface="Twentieth Century"/>
                <a:cs typeface="Twentieth Century"/>
                <a:sym typeface="Twentieth Century"/>
              </a:defRPr>
            </a:lvl2pPr>
            <a:lvl3pPr marL="0" lvl="2" indent="0" algn="ctr">
              <a:spcBef>
                <a:spcPts val="0"/>
              </a:spcBef>
              <a:buNone/>
              <a:defRPr sz="2800" b="1" i="0" u="none" strike="noStrike" cap="none">
                <a:solidFill>
                  <a:srgbClr val="FFFFFF"/>
                </a:solidFill>
                <a:latin typeface="Twentieth Century"/>
                <a:ea typeface="Twentieth Century"/>
                <a:cs typeface="Twentieth Century"/>
                <a:sym typeface="Twentieth Century"/>
              </a:defRPr>
            </a:lvl3pPr>
            <a:lvl4pPr marL="0" lvl="3" indent="0" algn="ctr">
              <a:spcBef>
                <a:spcPts val="0"/>
              </a:spcBef>
              <a:buNone/>
              <a:defRPr sz="2800" b="1" i="0" u="none" strike="noStrike" cap="none">
                <a:solidFill>
                  <a:srgbClr val="FFFFFF"/>
                </a:solidFill>
                <a:latin typeface="Twentieth Century"/>
                <a:ea typeface="Twentieth Century"/>
                <a:cs typeface="Twentieth Century"/>
                <a:sym typeface="Twentieth Century"/>
              </a:defRPr>
            </a:lvl4pPr>
            <a:lvl5pPr marL="0" lvl="4" indent="0" algn="ctr">
              <a:spcBef>
                <a:spcPts val="0"/>
              </a:spcBef>
              <a:buNone/>
              <a:defRPr sz="2800" b="1" i="0" u="none" strike="noStrike" cap="none">
                <a:solidFill>
                  <a:srgbClr val="FFFFFF"/>
                </a:solidFill>
                <a:latin typeface="Twentieth Century"/>
                <a:ea typeface="Twentieth Century"/>
                <a:cs typeface="Twentieth Century"/>
                <a:sym typeface="Twentieth Century"/>
              </a:defRPr>
            </a:lvl5pPr>
            <a:lvl6pPr marL="0" lvl="5" indent="0" algn="ctr">
              <a:spcBef>
                <a:spcPts val="0"/>
              </a:spcBef>
              <a:buNone/>
              <a:defRPr sz="2800" b="1" i="0" u="none" strike="noStrike" cap="none">
                <a:solidFill>
                  <a:srgbClr val="FFFFFF"/>
                </a:solidFill>
                <a:latin typeface="Twentieth Century"/>
                <a:ea typeface="Twentieth Century"/>
                <a:cs typeface="Twentieth Century"/>
                <a:sym typeface="Twentieth Century"/>
              </a:defRPr>
            </a:lvl6pPr>
            <a:lvl7pPr marL="0" lvl="6" indent="0" algn="ctr">
              <a:spcBef>
                <a:spcPts val="0"/>
              </a:spcBef>
              <a:buNone/>
              <a:defRPr sz="2800" b="1" i="0" u="none" strike="noStrike" cap="none">
                <a:solidFill>
                  <a:srgbClr val="FFFFFF"/>
                </a:solidFill>
                <a:latin typeface="Twentieth Century"/>
                <a:ea typeface="Twentieth Century"/>
                <a:cs typeface="Twentieth Century"/>
                <a:sym typeface="Twentieth Century"/>
              </a:defRPr>
            </a:lvl7pPr>
            <a:lvl8pPr marL="0" lvl="7" indent="0" algn="ctr">
              <a:spcBef>
                <a:spcPts val="0"/>
              </a:spcBef>
              <a:buNone/>
              <a:defRPr sz="2800" b="1" i="0" u="none" strike="noStrike" cap="none">
                <a:solidFill>
                  <a:srgbClr val="FFFFFF"/>
                </a:solidFill>
                <a:latin typeface="Twentieth Century"/>
                <a:ea typeface="Twentieth Century"/>
                <a:cs typeface="Twentieth Century"/>
                <a:sym typeface="Twentieth Century"/>
              </a:defRPr>
            </a:lvl8pPr>
            <a:lvl9pPr marL="0" lvl="8" indent="0" algn="ctr">
              <a:spcBef>
                <a:spcPts val="0"/>
              </a:spcBef>
              <a:buNone/>
              <a:defRPr sz="2800" b="1" i="0" u="none" strike="noStrike" cap="none">
                <a:solidFill>
                  <a:srgbClr val="FFFFFF"/>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
        <p:nvSpPr>
          <p:cNvPr id="97" name="Google Shape;97;p32"/>
          <p:cNvSpPr txBox="1">
            <a:spLocks noGrp="1"/>
          </p:cNvSpPr>
          <p:nvPr>
            <p:ph type="ftr" idx="11"/>
          </p:nvPr>
        </p:nvSpPr>
        <p:spPr>
          <a:xfrm>
            <a:off x="1600200" y="6248206"/>
            <a:ext cx="4572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32"/>
          <p:cNvSpPr>
            <a:spLocks noGrp="1"/>
          </p:cNvSpPr>
          <p:nvPr>
            <p:ph type="pic" idx="2"/>
          </p:nvPr>
        </p:nvSpPr>
        <p:spPr>
          <a:xfrm>
            <a:off x="1560576" y="0"/>
            <a:ext cx="7583424" cy="4568952"/>
          </a:xfrm>
          <a:prstGeom prst="rect">
            <a:avLst/>
          </a:prstGeom>
          <a:solidFill>
            <a:srgbClr val="DCE5EE"/>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99"/>
        <p:cNvGrpSpPr/>
        <p:nvPr/>
      </p:nvGrpSpPr>
      <p:grpSpPr>
        <a:xfrm>
          <a:off x="0" y="0"/>
          <a:ext cx="0" cy="0"/>
          <a:chOff x="0" y="0"/>
          <a:chExt cx="0" cy="0"/>
        </a:xfrm>
      </p:grpSpPr>
      <p:sp>
        <p:nvSpPr>
          <p:cNvPr id="100" name="Google Shape;100;p33"/>
          <p:cNvSpPr txBox="1">
            <a:spLocks noGrp="1"/>
          </p:cNvSpPr>
          <p:nvPr>
            <p:ph type="title"/>
          </p:nvPr>
        </p:nvSpPr>
        <p:spPr>
          <a:xfrm>
            <a:off x="609600" y="228600"/>
            <a:ext cx="81534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33"/>
          <p:cNvSpPr txBox="1">
            <a:spLocks noGrp="1"/>
          </p:cNvSpPr>
          <p:nvPr>
            <p:ph type="body" idx="1"/>
          </p:nvPr>
        </p:nvSpPr>
        <p:spPr>
          <a:xfrm rot="5400000">
            <a:off x="2426208" y="-213360"/>
            <a:ext cx="4526280" cy="81534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2" name="Google Shape;102;p33"/>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33"/>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33"/>
          <p:cNvSpPr txBox="1">
            <a:spLocks noGrp="1"/>
          </p:cNvSpPr>
          <p:nvPr>
            <p:ph type="sldNum" idx="12"/>
          </p:nvPr>
        </p:nvSpPr>
        <p:spPr>
          <a:xfrm>
            <a:off x="0" y="1272222"/>
            <a:ext cx="5334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bg>
      <p:bgPr>
        <a:solidFill>
          <a:schemeClr val="lt1"/>
        </a:solidFill>
        <a:effectLst/>
      </p:bgPr>
    </p:bg>
    <p:spTree>
      <p:nvGrpSpPr>
        <p:cNvPr id="1" name="Shape 105"/>
        <p:cNvGrpSpPr/>
        <p:nvPr/>
      </p:nvGrpSpPr>
      <p:grpSpPr>
        <a:xfrm>
          <a:off x="0" y="0"/>
          <a:ext cx="0" cy="0"/>
          <a:chOff x="0" y="0"/>
          <a:chExt cx="0" cy="0"/>
        </a:xfrm>
      </p:grpSpPr>
      <p:sp>
        <p:nvSpPr>
          <p:cNvPr id="106" name="Google Shape;106;p34"/>
          <p:cNvSpPr txBox="1">
            <a:spLocks noGrp="1"/>
          </p:cNvSpPr>
          <p:nvPr>
            <p:ph type="title"/>
          </p:nvPr>
        </p:nvSpPr>
        <p:spPr>
          <a:xfrm rot="5400000">
            <a:off x="4823619" y="2339182"/>
            <a:ext cx="5516563" cy="2057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34"/>
          <p:cNvSpPr txBox="1">
            <a:spLocks noGrp="1"/>
          </p:cNvSpPr>
          <p:nvPr>
            <p:ph type="body" idx="1"/>
          </p:nvPr>
        </p:nvSpPr>
        <p:spPr>
          <a:xfrm rot="5400000">
            <a:off x="480218" y="586582"/>
            <a:ext cx="5516564" cy="55626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8" name="Google Shape;108;p34"/>
          <p:cNvSpPr txBox="1">
            <a:spLocks noGrp="1"/>
          </p:cNvSpPr>
          <p:nvPr>
            <p:ph type="dt" idx="10"/>
          </p:nvPr>
        </p:nvSpPr>
        <p:spPr>
          <a:xfrm>
            <a:off x="6553200" y="6248402"/>
            <a:ext cx="2209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34"/>
          <p:cNvSpPr txBox="1">
            <a:spLocks noGrp="1"/>
          </p:cNvSpPr>
          <p:nvPr>
            <p:ph type="ftr" idx="11"/>
          </p:nvPr>
        </p:nvSpPr>
        <p:spPr>
          <a:xfrm>
            <a:off x="457201" y="6248207"/>
            <a:ext cx="557348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34"/>
          <p:cNvSpPr/>
          <p:nvPr/>
        </p:nvSpPr>
        <p:spPr>
          <a:xfrm>
            <a:off x="6096318" y="0"/>
            <a:ext cx="32004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11" name="Google Shape;111;p34"/>
          <p:cNvSpPr/>
          <p:nvPr/>
        </p:nvSpPr>
        <p:spPr>
          <a:xfrm>
            <a:off x="6142038" y="609600"/>
            <a:ext cx="228600" cy="6248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12" name="Google Shape;112;p34"/>
          <p:cNvSpPr/>
          <p:nvPr/>
        </p:nvSpPr>
        <p:spPr>
          <a:xfrm>
            <a:off x="6142038" y="0"/>
            <a:ext cx="228600" cy="533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13" name="Google Shape;113;p34"/>
          <p:cNvSpPr txBox="1">
            <a:spLocks noGrp="1"/>
          </p:cNvSpPr>
          <p:nvPr>
            <p:ph type="sldNum" idx="12"/>
          </p:nvPr>
        </p:nvSpPr>
        <p:spPr>
          <a:xfrm rot="5400000">
            <a:off x="5989638" y="144462"/>
            <a:ext cx="5334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609600" y="228600"/>
            <a:ext cx="8153400" cy="9906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lt2"/>
              </a:buClr>
              <a:buSzPts val="4400"/>
              <a:buFont typeface="Twentieth Century"/>
              <a:buNone/>
              <a:defRPr sz="4400" b="0" i="0" u="none" strike="noStrike" cap="none">
                <a:solidFill>
                  <a:schemeClr val="lt2"/>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2"/>
          <p:cNvSpPr txBox="1">
            <a:spLocks noGrp="1"/>
          </p:cNvSpPr>
          <p:nvPr>
            <p:ph type="body" idx="1"/>
          </p:nvPr>
        </p:nvSpPr>
        <p:spPr>
          <a:xfrm>
            <a:off x="612648" y="1600200"/>
            <a:ext cx="8153400" cy="4526280"/>
          </a:xfrm>
          <a:prstGeom prst="rect">
            <a:avLst/>
          </a:prstGeom>
          <a:noFill/>
          <a:ln>
            <a:noFill/>
          </a:ln>
        </p:spPr>
        <p:txBody>
          <a:bodyPr spcFirstLastPara="1" wrap="square" lIns="91425" tIns="45700" rIns="91425" bIns="45700" anchor="t" anchorCtr="0">
            <a:normAutofit/>
          </a:bodyPr>
          <a:lstStyle>
            <a:lvl1pPr marL="457200" marR="0" lvl="0" indent="-339090" algn="l" rtl="0">
              <a:spcBef>
                <a:spcPts val="700"/>
              </a:spcBef>
              <a:spcAft>
                <a:spcPts val="0"/>
              </a:spcAft>
              <a:buClr>
                <a:schemeClr val="accent2"/>
              </a:buClr>
              <a:buSzPts val="1740"/>
              <a:buFont typeface="Noto Sans Symbols"/>
              <a:buChar char="◻"/>
              <a:defRPr sz="2900" b="0" i="0" u="none" strike="noStrike" cap="none">
                <a:solidFill>
                  <a:schemeClr val="lt1"/>
                </a:solidFill>
                <a:latin typeface="Twentieth Century"/>
                <a:ea typeface="Twentieth Century"/>
                <a:cs typeface="Twentieth Century"/>
                <a:sym typeface="Twentieth Century"/>
              </a:defRPr>
            </a:lvl1pPr>
            <a:lvl2pPr marL="914400" marR="0" lvl="1" indent="-344169" algn="l" rtl="0">
              <a:spcBef>
                <a:spcPts val="550"/>
              </a:spcBef>
              <a:spcAft>
                <a:spcPts val="0"/>
              </a:spcAft>
              <a:buClr>
                <a:schemeClr val="accent1"/>
              </a:buClr>
              <a:buSzPts val="1820"/>
              <a:buFont typeface="Noto Sans Symbols"/>
              <a:buChar char="🞑"/>
              <a:defRPr sz="2600" b="0" i="0" u="none" strike="noStrike" cap="none">
                <a:solidFill>
                  <a:schemeClr val="lt1"/>
                </a:solidFill>
                <a:latin typeface="Twentieth Century"/>
                <a:ea typeface="Twentieth Century"/>
                <a:cs typeface="Twentieth Century"/>
                <a:sym typeface="Twentieth Century"/>
              </a:defRPr>
            </a:lvl2pPr>
            <a:lvl3pPr marL="1371600" marR="0" lvl="2" indent="-338137" algn="l" rtl="0">
              <a:spcBef>
                <a:spcPts val="500"/>
              </a:spcBef>
              <a:spcAft>
                <a:spcPts val="0"/>
              </a:spcAft>
              <a:buClr>
                <a:schemeClr val="accent2"/>
              </a:buClr>
              <a:buSzPts val="1725"/>
              <a:buFont typeface="Noto Sans Symbols"/>
              <a:buChar char="■"/>
              <a:defRPr sz="2300" b="0" i="0" u="none" strike="noStrike" cap="none">
                <a:solidFill>
                  <a:schemeClr val="lt1"/>
                </a:solidFill>
                <a:latin typeface="Twentieth Century"/>
                <a:ea typeface="Twentieth Century"/>
                <a:cs typeface="Twentieth Century"/>
                <a:sym typeface="Twentieth Century"/>
              </a:defRPr>
            </a:lvl3pPr>
            <a:lvl4pPr marL="1828800" marR="0" lvl="3" indent="-323850" algn="l" rtl="0">
              <a:spcBef>
                <a:spcPts val="400"/>
              </a:spcBef>
              <a:spcAft>
                <a:spcPts val="0"/>
              </a:spcAft>
              <a:buClr>
                <a:schemeClr val="accent3"/>
              </a:buClr>
              <a:buSzPts val="1500"/>
              <a:buFont typeface="Noto Sans Symbols"/>
              <a:buChar char="■"/>
              <a:defRPr sz="2000" b="0" i="0" u="none" strike="noStrike" cap="none">
                <a:solidFill>
                  <a:schemeClr val="lt1"/>
                </a:solidFill>
                <a:latin typeface="Twentieth Century"/>
                <a:ea typeface="Twentieth Century"/>
                <a:cs typeface="Twentieth Century"/>
                <a:sym typeface="Twentieth Century"/>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lt1"/>
                </a:solidFill>
                <a:latin typeface="Twentieth Century"/>
                <a:ea typeface="Twentieth Century"/>
                <a:cs typeface="Twentieth Century"/>
                <a:sym typeface="Twentieth Century"/>
              </a:defRPr>
            </a:lvl5pPr>
            <a:lvl6pPr marL="2743200" marR="0" lvl="5" indent="-342900" algn="l" rtl="0">
              <a:spcBef>
                <a:spcPts val="360"/>
              </a:spcBef>
              <a:spcAft>
                <a:spcPts val="0"/>
              </a:spcAft>
              <a:buClr>
                <a:schemeClr val="accent1"/>
              </a:buClr>
              <a:buSzPts val="1800"/>
              <a:buFont typeface="Noto Sans Symbols"/>
              <a:buChar char="▪"/>
              <a:defRPr sz="1800" b="0" i="0" u="none" strike="noStrike" cap="none">
                <a:solidFill>
                  <a:schemeClr val="lt1"/>
                </a:solidFill>
                <a:latin typeface="Twentieth Century"/>
                <a:ea typeface="Twentieth Century"/>
                <a:cs typeface="Twentieth Century"/>
                <a:sym typeface="Twentieth Century"/>
              </a:defRPr>
            </a:lvl6pPr>
            <a:lvl7pPr marL="3200400" marR="0" lvl="6" indent="-342900" algn="l" rtl="0">
              <a:spcBef>
                <a:spcPts val="360"/>
              </a:spcBef>
              <a:spcAft>
                <a:spcPts val="0"/>
              </a:spcAft>
              <a:buClr>
                <a:schemeClr val="accent2"/>
              </a:buClr>
              <a:buSzPts val="1800"/>
              <a:buFont typeface="Noto Sans Symbols"/>
              <a:buChar char="▪"/>
              <a:defRPr sz="1800" b="0" i="0" u="none" strike="noStrike" cap="none">
                <a:solidFill>
                  <a:schemeClr val="lt1"/>
                </a:solidFill>
                <a:latin typeface="Twentieth Century"/>
                <a:ea typeface="Twentieth Century"/>
                <a:cs typeface="Twentieth Century"/>
                <a:sym typeface="Twentieth Century"/>
              </a:defRPr>
            </a:lvl7pPr>
            <a:lvl8pPr marL="3657600" marR="0" lvl="7" indent="-342900" algn="l" rtl="0">
              <a:spcBef>
                <a:spcPts val="360"/>
              </a:spcBef>
              <a:spcAft>
                <a:spcPts val="0"/>
              </a:spcAft>
              <a:buClr>
                <a:schemeClr val="accent3"/>
              </a:buClr>
              <a:buSzPts val="1800"/>
              <a:buFont typeface="Noto Sans Symbols"/>
              <a:buChar char="▪"/>
              <a:defRPr sz="1800" b="0" i="0" u="none" strike="noStrike" cap="none">
                <a:solidFill>
                  <a:schemeClr val="lt1"/>
                </a:solidFill>
                <a:latin typeface="Twentieth Century"/>
                <a:ea typeface="Twentieth Century"/>
                <a:cs typeface="Twentieth Century"/>
                <a:sym typeface="Twentieth Century"/>
              </a:defRPr>
            </a:lvl8pPr>
            <a:lvl9pPr marL="4114800" marR="0" lvl="8" indent="-342900" algn="l" rtl="0">
              <a:spcBef>
                <a:spcPts val="360"/>
              </a:spcBef>
              <a:spcAft>
                <a:spcPts val="0"/>
              </a:spcAft>
              <a:buClr>
                <a:schemeClr val="accent4"/>
              </a:buClr>
              <a:buSzPts val="1800"/>
              <a:buFont typeface="Noto Sans Symbols"/>
              <a:buChar char="▪"/>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8" name="Google Shape;8;p22"/>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chemeClr val="lt2"/>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9" name="Google Shape;9;p22"/>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u="none" strike="noStrike" cap="none">
                <a:solidFill>
                  <a:schemeClr val="lt2"/>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10" name="Google Shape;10;p22"/>
          <p:cNvSpPr/>
          <p:nvPr/>
        </p:nvSpPr>
        <p:spPr>
          <a:xfrm>
            <a:off x="0" y="1234440"/>
            <a:ext cx="9144000" cy="32004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1" name="Google Shape;11;p22"/>
          <p:cNvSpPr/>
          <p:nvPr/>
        </p:nvSpPr>
        <p:spPr>
          <a:xfrm>
            <a:off x="0" y="1280160"/>
            <a:ext cx="533400" cy="228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2" name="Google Shape;12;p22"/>
          <p:cNvSpPr/>
          <p:nvPr/>
        </p:nvSpPr>
        <p:spPr>
          <a:xfrm>
            <a:off x="590550" y="1280160"/>
            <a:ext cx="8553450" cy="228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13" name="Google Shape;13;p22"/>
          <p:cNvSpPr txBox="1">
            <a:spLocks noGrp="1"/>
          </p:cNvSpPr>
          <p:nvPr>
            <p:ph type="sldNum" idx="12"/>
          </p:nvPr>
        </p:nvSpPr>
        <p:spPr>
          <a:xfrm>
            <a:off x="0" y="1272222"/>
            <a:ext cx="533400" cy="244476"/>
          </a:xfrm>
          <a:prstGeom prst="rect">
            <a:avLst/>
          </a:prstGeom>
          <a:noFill/>
          <a:ln>
            <a:noFill/>
          </a:ln>
        </p:spPr>
        <p:txBody>
          <a:bodyPr spcFirstLastPara="1" wrap="square" lIns="91425" tIns="45700" rIns="91425" bIns="45700" anchor="ctr" anchorCtr="0">
            <a:normAutofit/>
          </a:bodyPr>
          <a:lstStyle>
            <a:lvl1pPr marL="0" marR="0" lvl="0"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1pPr>
            <a:lvl2pPr marL="0" marR="0" lvl="1"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2pPr>
            <a:lvl3pPr marL="0" marR="0" lvl="2"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3pPr>
            <a:lvl4pPr marL="0" marR="0" lvl="3"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4pPr>
            <a:lvl5pPr marL="0" marR="0" lvl="4"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5pPr>
            <a:lvl6pPr marL="0" marR="0" lvl="5"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6pPr>
            <a:lvl7pPr marL="0" marR="0" lvl="6"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7pPr>
            <a:lvl8pPr marL="0" marR="0" lvl="7"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8pPr>
            <a:lvl9pPr marL="0" marR="0" lvl="8"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
        <p:nvSpPr>
          <p:cNvPr id="24" name="Google Shape;24;p21"/>
          <p:cNvSpPr txBox="1">
            <a:spLocks noGrp="1"/>
          </p:cNvSpPr>
          <p:nvPr>
            <p:ph type="title"/>
          </p:nvPr>
        </p:nvSpPr>
        <p:spPr>
          <a:xfrm>
            <a:off x="609600" y="228600"/>
            <a:ext cx="8153400" cy="9906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2"/>
              </a:buClr>
              <a:buSzPts val="4400"/>
              <a:buFont typeface="Twentieth Century"/>
              <a:buNone/>
              <a:defRPr sz="4400" b="0" i="0" u="none" strike="noStrike" cap="none">
                <a:solidFill>
                  <a:schemeClr val="dk2"/>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21"/>
          <p:cNvSpPr txBox="1">
            <a:spLocks noGrp="1"/>
          </p:cNvSpPr>
          <p:nvPr>
            <p:ph type="body" idx="1"/>
          </p:nvPr>
        </p:nvSpPr>
        <p:spPr>
          <a:xfrm>
            <a:off x="612648" y="1600200"/>
            <a:ext cx="8153400" cy="4526280"/>
          </a:xfrm>
          <a:prstGeom prst="rect">
            <a:avLst/>
          </a:prstGeom>
          <a:noFill/>
          <a:ln>
            <a:noFill/>
          </a:ln>
        </p:spPr>
        <p:txBody>
          <a:bodyPr spcFirstLastPara="1" wrap="square" lIns="91425" tIns="45700" rIns="91425" bIns="45700" anchor="t" anchorCtr="0">
            <a:normAutofit/>
          </a:bodyPr>
          <a:lstStyle>
            <a:lvl1pPr marL="457200" marR="0" lvl="0" indent="-339090" algn="l" rtl="0">
              <a:spcBef>
                <a:spcPts val="700"/>
              </a:spcBef>
              <a:spcAft>
                <a:spcPts val="0"/>
              </a:spcAft>
              <a:buClr>
                <a:schemeClr val="accent2"/>
              </a:buClr>
              <a:buSzPts val="1740"/>
              <a:buFont typeface="Noto Sans Symbols"/>
              <a:buChar char="◻"/>
              <a:defRPr sz="2900" b="0" i="0" u="none" strike="noStrike" cap="none">
                <a:solidFill>
                  <a:schemeClr val="dk1"/>
                </a:solidFill>
                <a:latin typeface="Twentieth Century"/>
                <a:ea typeface="Twentieth Century"/>
                <a:cs typeface="Twentieth Century"/>
                <a:sym typeface="Twentieth Century"/>
              </a:defRPr>
            </a:lvl1pPr>
            <a:lvl2pPr marL="914400" marR="0" lvl="1" indent="-344169" algn="l" rtl="0">
              <a:spcBef>
                <a:spcPts val="550"/>
              </a:spcBef>
              <a:spcAft>
                <a:spcPts val="0"/>
              </a:spcAft>
              <a:buClr>
                <a:schemeClr val="accent1"/>
              </a:buClr>
              <a:buSzPts val="1820"/>
              <a:buFont typeface="Noto Sans Symbols"/>
              <a:buChar char="🞑"/>
              <a:defRPr sz="2600" b="0" i="0" u="none" strike="noStrike" cap="none">
                <a:solidFill>
                  <a:schemeClr val="dk1"/>
                </a:solidFill>
                <a:latin typeface="Twentieth Century"/>
                <a:ea typeface="Twentieth Century"/>
                <a:cs typeface="Twentieth Century"/>
                <a:sym typeface="Twentieth Century"/>
              </a:defRPr>
            </a:lvl2pPr>
            <a:lvl3pPr marL="1371600" marR="0" lvl="2" indent="-338137" algn="l" rtl="0">
              <a:spcBef>
                <a:spcPts val="500"/>
              </a:spcBef>
              <a:spcAft>
                <a:spcPts val="0"/>
              </a:spcAft>
              <a:buClr>
                <a:schemeClr val="accent2"/>
              </a:buClr>
              <a:buSzPts val="1725"/>
              <a:buFont typeface="Noto Sans Symbols"/>
              <a:buChar char="■"/>
              <a:defRPr sz="2300" b="0" i="0" u="none" strike="noStrike" cap="none">
                <a:solidFill>
                  <a:schemeClr val="dk1"/>
                </a:solidFill>
                <a:latin typeface="Twentieth Century"/>
                <a:ea typeface="Twentieth Century"/>
                <a:cs typeface="Twentieth Century"/>
                <a:sym typeface="Twentieth Century"/>
              </a:defRPr>
            </a:lvl3pPr>
            <a:lvl4pPr marL="1828800" marR="0" lvl="3" indent="-323850" algn="l" rtl="0">
              <a:spcBef>
                <a:spcPts val="400"/>
              </a:spcBef>
              <a:spcAft>
                <a:spcPts val="0"/>
              </a:spcAft>
              <a:buClr>
                <a:schemeClr val="accent3"/>
              </a:buClr>
              <a:buSzPts val="1500"/>
              <a:buFont typeface="Noto Sans Symbols"/>
              <a:buChar char="■"/>
              <a:defRPr sz="2000" b="0" i="0" u="none" strike="noStrike" cap="none">
                <a:solidFill>
                  <a:schemeClr val="dk1"/>
                </a:solidFill>
                <a:latin typeface="Twentieth Century"/>
                <a:ea typeface="Twentieth Century"/>
                <a:cs typeface="Twentieth Century"/>
                <a:sym typeface="Twentieth Century"/>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dk1"/>
                </a:solidFill>
                <a:latin typeface="Twentieth Century"/>
                <a:ea typeface="Twentieth Century"/>
                <a:cs typeface="Twentieth Century"/>
                <a:sym typeface="Twentieth Century"/>
              </a:defRPr>
            </a:lvl5pPr>
            <a:lvl6pPr marL="2743200" marR="0" lvl="5"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spcBef>
                <a:spcPts val="360"/>
              </a:spcBef>
              <a:spcAft>
                <a:spcPts val="0"/>
              </a:spcAft>
              <a:buClr>
                <a:schemeClr val="accent4"/>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26" name="Google Shape;26;p21"/>
          <p:cNvSpPr txBox="1">
            <a:spLocks noGrp="1"/>
          </p:cNvSpPr>
          <p:nvPr>
            <p:ph type="dt" idx="10"/>
          </p:nvPr>
        </p:nvSpPr>
        <p:spPr>
          <a:xfrm>
            <a:off x="6096000" y="6248400"/>
            <a:ext cx="26670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chemeClr val="dk2"/>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27" name="Google Shape;27;p21"/>
          <p:cNvSpPr txBox="1">
            <a:spLocks noGrp="1"/>
          </p:cNvSpPr>
          <p:nvPr>
            <p:ph type="ftr" idx="11"/>
          </p:nvPr>
        </p:nvSpPr>
        <p:spPr>
          <a:xfrm>
            <a:off x="609600" y="6248206"/>
            <a:ext cx="5421083"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u="none" strike="noStrike" cap="none">
                <a:solidFill>
                  <a:schemeClr val="dk2"/>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28" name="Google Shape;28;p21"/>
          <p:cNvSpPr/>
          <p:nvPr/>
        </p:nvSpPr>
        <p:spPr>
          <a:xfrm>
            <a:off x="0" y="1234440"/>
            <a:ext cx="9144000" cy="32004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9" name="Google Shape;29;p21"/>
          <p:cNvSpPr/>
          <p:nvPr/>
        </p:nvSpPr>
        <p:spPr>
          <a:xfrm>
            <a:off x="0" y="1280160"/>
            <a:ext cx="533400" cy="228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30" name="Google Shape;30;p21"/>
          <p:cNvSpPr/>
          <p:nvPr/>
        </p:nvSpPr>
        <p:spPr>
          <a:xfrm>
            <a:off x="590550" y="1280160"/>
            <a:ext cx="8553450" cy="228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31" name="Google Shape;31;p21"/>
          <p:cNvSpPr txBox="1">
            <a:spLocks noGrp="1"/>
          </p:cNvSpPr>
          <p:nvPr>
            <p:ph type="sldNum" idx="12"/>
          </p:nvPr>
        </p:nvSpPr>
        <p:spPr>
          <a:xfrm>
            <a:off x="0" y="1272222"/>
            <a:ext cx="533400" cy="244476"/>
          </a:xfrm>
          <a:prstGeom prst="rect">
            <a:avLst/>
          </a:prstGeom>
          <a:noFill/>
          <a:ln>
            <a:noFill/>
          </a:ln>
        </p:spPr>
        <p:txBody>
          <a:bodyPr spcFirstLastPara="1" wrap="square" lIns="91425" tIns="45700" rIns="91425" bIns="45700" anchor="ctr" anchorCtr="0">
            <a:normAutofit/>
          </a:bodyPr>
          <a:lstStyle>
            <a:lvl1pPr marL="0" marR="0" lvl="0"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1pPr>
            <a:lvl2pPr marL="0" marR="0" lvl="1"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2pPr>
            <a:lvl3pPr marL="0" marR="0" lvl="2"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3pPr>
            <a:lvl4pPr marL="0" marR="0" lvl="3"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4pPr>
            <a:lvl5pPr marL="0" marR="0" lvl="4"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5pPr>
            <a:lvl6pPr marL="0" marR="0" lvl="5"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6pPr>
            <a:lvl7pPr marL="0" marR="0" lvl="6"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7pPr>
            <a:lvl8pPr marL="0" marR="0" lvl="7"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8pPr>
            <a:lvl9pPr marL="0" marR="0" lvl="8" indent="0" algn="ctr" rtl="0">
              <a:spcBef>
                <a:spcPts val="0"/>
              </a:spcBef>
              <a:buNone/>
              <a:defRPr sz="1400" b="1" i="0" u="none" strike="noStrike" cap="none">
                <a:solidFill>
                  <a:srgbClr val="FFFFFF"/>
                </a:solidFill>
                <a:latin typeface="Twentieth Century"/>
                <a:ea typeface="Twentieth Century"/>
                <a:cs typeface="Twentieth Century"/>
                <a:sym typeface="Twentieth Century"/>
              </a:defRPr>
            </a:lvl9pPr>
          </a:lstStyle>
          <a:p>
            <a:pPr marL="0" lvl="0" indent="0" algn="ct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
          <p:cNvSpPr txBox="1">
            <a:spLocks noGrp="1"/>
          </p:cNvSpPr>
          <p:nvPr>
            <p:ph type="ctrTitle"/>
          </p:nvPr>
        </p:nvSpPr>
        <p:spPr>
          <a:xfrm>
            <a:off x="2362200" y="4038600"/>
            <a:ext cx="6477000" cy="18288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lt2"/>
              </a:buClr>
              <a:buSzPct val="100000"/>
              <a:buFont typeface="Twentieth Century"/>
              <a:buNone/>
            </a:pPr>
            <a:r>
              <a:rPr lang="es-ES" cap="none"/>
              <a:t>CRITERIOS E INSTRUMENTOS DE EVALUACIÓN</a:t>
            </a:r>
            <a:endParaRPr/>
          </a:p>
        </p:txBody>
      </p:sp>
      <p:sp>
        <p:nvSpPr>
          <p:cNvPr id="119" name="Google Shape;119;p1"/>
          <p:cNvSpPr txBox="1">
            <a:spLocks noGrp="1"/>
          </p:cNvSpPr>
          <p:nvPr>
            <p:ph type="subTitle" idx="1"/>
          </p:nvPr>
        </p:nvSpPr>
        <p:spPr>
          <a:xfrm>
            <a:off x="2362200" y="6050037"/>
            <a:ext cx="6705600" cy="685800"/>
          </a:xfrm>
          <a:prstGeom prst="rect">
            <a:avLst/>
          </a:prstGeom>
          <a:noFill/>
          <a:ln>
            <a:noFill/>
          </a:ln>
        </p:spPr>
        <p:txBody>
          <a:bodyPr spcFirstLastPara="1" wrap="square" lIns="91425" tIns="45700" rIns="91425" bIns="45700" anchor="ctr" anchorCtr="0">
            <a:normAutofit fontScale="92500" lnSpcReduction="20000"/>
          </a:bodyPr>
          <a:lstStyle/>
          <a:p>
            <a:pPr marL="0" lvl="0" indent="0" algn="l" rtl="0">
              <a:spcBef>
                <a:spcPts val="0"/>
              </a:spcBef>
              <a:spcAft>
                <a:spcPts val="0"/>
              </a:spcAft>
              <a:buSzPct val="60000"/>
              <a:buNone/>
            </a:pPr>
            <a:r>
              <a:rPr lang="es-ES"/>
              <a:t>SMR · DAM · DAW - Formación Profesional en Andalucía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600"/>
              <a:buFont typeface="Twentieth Century"/>
              <a:buNone/>
            </a:pPr>
            <a:r>
              <a:rPr lang="es-ES" sz="3600" b="1"/>
              <a:t>Marco General y Enfoque</a:t>
            </a:r>
            <a:endParaRPr/>
          </a:p>
        </p:txBody>
      </p:sp>
      <p:sp>
        <p:nvSpPr>
          <p:cNvPr id="125" name="Google Shape;125;p2"/>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a:bodyPr>
          <a:lstStyle/>
          <a:p>
            <a:pPr marL="320040" lvl="0" indent="-209550" algn="l" rtl="0">
              <a:spcBef>
                <a:spcPts val="0"/>
              </a:spcBef>
              <a:spcAft>
                <a:spcPts val="0"/>
              </a:spcAft>
              <a:buSzPts val="1740"/>
              <a:buNone/>
            </a:pPr>
            <a:endParaRPr/>
          </a:p>
          <a:p>
            <a:pPr marL="320040" lvl="0" indent="-320040" algn="l" rtl="0">
              <a:spcBef>
                <a:spcPts val="700"/>
              </a:spcBef>
              <a:spcAft>
                <a:spcPts val="0"/>
              </a:spcAft>
              <a:buSzPts val="1200"/>
              <a:buChar char="◻"/>
            </a:pPr>
            <a:r>
              <a:rPr lang="es-ES" sz="2000">
                <a:solidFill>
                  <a:srgbClr val="000000"/>
                </a:solidFill>
              </a:rPr>
              <a:t>Este documento es vinculante a efectos académicos y organiza la evaluación continua en el ciclo.</a:t>
            </a:r>
            <a:endParaRPr/>
          </a:p>
          <a:p>
            <a:pPr marL="320040" lvl="0" indent="-320040" algn="l" rtl="0">
              <a:spcBef>
                <a:spcPts val="700"/>
              </a:spcBef>
              <a:spcAft>
                <a:spcPts val="0"/>
              </a:spcAft>
              <a:buSzPts val="1200"/>
              <a:buChar char="◻"/>
            </a:pPr>
            <a:r>
              <a:rPr lang="es-ES" sz="2000">
                <a:solidFill>
                  <a:srgbClr val="000000"/>
                </a:solidFill>
              </a:rPr>
              <a:t>La dinámica reproduce estándares de un entorno laboral: responsabilidad, puntualidad, comunicación y calidad del trabajo.</a:t>
            </a:r>
            <a:endParaRPr/>
          </a:p>
          <a:p>
            <a:pPr marL="320040" lvl="0" indent="-320040" algn="l" rtl="0">
              <a:spcBef>
                <a:spcPts val="700"/>
              </a:spcBef>
              <a:spcAft>
                <a:spcPts val="0"/>
              </a:spcAft>
              <a:buSzPts val="1200"/>
              <a:buChar char="◻"/>
            </a:pPr>
            <a:r>
              <a:rPr lang="es-ES" sz="2000">
                <a:solidFill>
                  <a:srgbClr val="000000"/>
                </a:solidFill>
              </a:rPr>
              <a:t>El incumplimiento de normas conlleva consecuencias académicas y, en su caso, disciplinarias según el RRI del centro.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600"/>
              <a:buFont typeface="Twentieth Century"/>
              <a:buNone/>
            </a:pPr>
            <a:r>
              <a:rPr lang="es-ES" sz="3600" b="1"/>
              <a:t>Resultados de aprendizaje</a:t>
            </a:r>
            <a:endParaRPr/>
          </a:p>
        </p:txBody>
      </p:sp>
      <p:sp>
        <p:nvSpPr>
          <p:cNvPr id="131" name="Google Shape;131;p3"/>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fontScale="77500" lnSpcReduction="20000"/>
          </a:bodyPr>
          <a:lstStyle/>
          <a:p>
            <a:r>
              <a:rPr lang="es-ES" dirty="0"/>
              <a:t>RA1. Desarrolla aplicaciones compuestas por varios procesos reconociendo y aplicando principios de programación paralela.</a:t>
            </a:r>
          </a:p>
          <a:p>
            <a:r>
              <a:rPr lang="es-ES" dirty="0"/>
              <a:t>RA2. Desarrolla aplicaciones compuestas por varios hilos de ejecución analizando y aplicando librerías específicas del lenguaje de programación.</a:t>
            </a:r>
          </a:p>
          <a:p>
            <a:r>
              <a:rPr lang="es-ES" dirty="0"/>
              <a:t>RA3. Programa mecanismos de comunicación en red empleando sockets y analizando el escenario de ejecución</a:t>
            </a:r>
            <a:r>
              <a:rPr lang="es-ES" dirty="0" smtClean="0"/>
              <a:t>.</a:t>
            </a:r>
          </a:p>
          <a:p>
            <a:r>
              <a:rPr lang="es-ES" dirty="0"/>
              <a:t>RA4. Desarrolla aplicaciones que ofrecen servicios en red, utilizando librerías de clases y aplicando criterios de eficiencia y disponibilidad.</a:t>
            </a:r>
          </a:p>
          <a:p>
            <a:r>
              <a:rPr lang="es-ES" dirty="0"/>
              <a:t>RA5. Protege las aplicaciones y los datos definiendo y aplicando criterios de seguridad en el acceso, almacenamiento y transmisión de la información.</a:t>
            </a:r>
          </a:p>
          <a:p>
            <a:endParaRPr lang="es-ES" dirty="0"/>
          </a:p>
          <a:p>
            <a:pPr lvl="1"/>
            <a:endParaRPr lang="es-ES" dirty="0" smtClean="0"/>
          </a:p>
          <a:p>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4"/>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600"/>
              <a:buFont typeface="Twentieth Century"/>
              <a:buNone/>
            </a:pPr>
            <a:r>
              <a:rPr lang="es-ES" sz="3600" b="1"/>
              <a:t>Desarrollo de los contenidos</a:t>
            </a:r>
            <a:endParaRPr/>
          </a:p>
        </p:txBody>
      </p:sp>
      <p:sp>
        <p:nvSpPr>
          <p:cNvPr id="137" name="Google Shape;137;p4"/>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a:bodyPr>
          <a:lstStyle/>
          <a:p>
            <a:r>
              <a:rPr lang="es-ES" sz="1800" dirty="0"/>
              <a:t>UT01- PROGRAMACIÓN MULTIPROCESO</a:t>
            </a:r>
          </a:p>
          <a:p>
            <a:r>
              <a:rPr lang="es-ES" sz="1800" dirty="0"/>
              <a:t>UT02- PROGRAMACIÓN MULTIHILO</a:t>
            </a:r>
          </a:p>
          <a:p>
            <a:r>
              <a:rPr lang="es-ES" sz="1800" dirty="0"/>
              <a:t>UT03- PROGRAMACIÓN DE COMUNICACIONES EN RED</a:t>
            </a:r>
          </a:p>
          <a:p>
            <a:r>
              <a:rPr lang="es-ES" sz="1800" dirty="0"/>
              <a:t>UT04- APLICACIONES DE SERVICIOS EN RED</a:t>
            </a:r>
          </a:p>
          <a:p>
            <a:r>
              <a:rPr lang="es-ES" sz="1800" dirty="0"/>
              <a:t>UT05- UTILIZACIÓN DE TÉCNICAS DE PROGRAMACIÓN SEGURA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5"/>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sp>
        <p:nvSpPr>
          <p:cNvPr id="143" name="Google Shape;143;p5"/>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a:bodyPr>
          <a:lstStyle/>
          <a:p>
            <a:pPr marL="320040" lvl="0" indent="-320040" algn="l" rtl="0">
              <a:spcBef>
                <a:spcPts val="0"/>
              </a:spcBef>
              <a:spcAft>
                <a:spcPts val="0"/>
              </a:spcAft>
              <a:buSzPts val="1200"/>
              <a:buChar char="◻"/>
            </a:pPr>
            <a:r>
              <a:rPr lang="es-ES"/>
              <a:t>La evaluación contempla varias convocatorias de evaluación: Evaluación inicial.</a:t>
            </a:r>
            <a:endParaRPr/>
          </a:p>
          <a:p>
            <a:pPr marL="320040" lvl="0" indent="-320040" algn="l" rtl="0">
              <a:spcBef>
                <a:spcPts val="700"/>
              </a:spcBef>
              <a:spcAft>
                <a:spcPts val="0"/>
              </a:spcAft>
              <a:buSzPts val="1200"/>
              <a:buChar char="◻"/>
            </a:pPr>
            <a:r>
              <a:rPr lang="es-ES"/>
              <a:t>Evaluación parcial (continua, por trimestre).</a:t>
            </a:r>
            <a:endParaRPr/>
          </a:p>
          <a:p>
            <a:pPr marL="320040" lvl="0" indent="-320040" algn="l" rtl="0">
              <a:spcBef>
                <a:spcPts val="700"/>
              </a:spcBef>
              <a:spcAft>
                <a:spcPts val="0"/>
              </a:spcAft>
              <a:buSzPts val="1200"/>
              <a:buChar char="◻"/>
            </a:pPr>
            <a:r>
              <a:rPr lang="es-ES"/>
              <a:t>Evaluación final.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6"/>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sp>
        <p:nvSpPr>
          <p:cNvPr id="149" name="Google Shape;149;p6"/>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a:bodyPr>
          <a:lstStyle/>
          <a:p>
            <a:pPr marL="320040" lvl="0" indent="-320040" algn="l" rtl="0">
              <a:spcBef>
                <a:spcPts val="700"/>
              </a:spcBef>
              <a:spcAft>
                <a:spcPts val="0"/>
              </a:spcAft>
              <a:buSzPts val="1200"/>
              <a:buChar char="◻"/>
            </a:pPr>
            <a:r>
              <a:rPr lang="es-ES"/>
              <a:t>Se mantendrá siempre la máxima calificación alcanzada.</a:t>
            </a:r>
            <a:endParaRPr/>
          </a:p>
          <a:p>
            <a:pPr marL="320040" lvl="0" indent="-320040" algn="l" rtl="0">
              <a:spcBef>
                <a:spcPts val="700"/>
              </a:spcBef>
              <a:spcAft>
                <a:spcPts val="0"/>
              </a:spcAft>
              <a:buSzPts val="1200"/>
              <a:buChar char="◻"/>
            </a:pPr>
            <a:r>
              <a:rPr lang="es-ES"/>
              <a:t>Sin perder la calificación ya obtenida.</a:t>
            </a:r>
            <a:endParaRPr/>
          </a:p>
          <a:p>
            <a:pPr marL="320040" lvl="0" indent="-320040" algn="l" rtl="0">
              <a:spcBef>
                <a:spcPts val="700"/>
              </a:spcBef>
              <a:spcAft>
                <a:spcPts val="0"/>
              </a:spcAft>
              <a:buSzPts val="1200"/>
              <a:buChar char="◻"/>
            </a:pPr>
            <a:r>
              <a:rPr lang="es-ES"/>
              <a:t>Siempre que la última calificación obtenida no sea nula, en cuyo caso no se mantendría la máxima nota sino la nota obtenida.</a:t>
            </a:r>
            <a:endParaRPr/>
          </a:p>
          <a:p>
            <a:pPr marL="0" lvl="0" indent="0" algn="l" rtl="0">
              <a:spcBef>
                <a:spcPts val="70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sp>
        <p:nvSpPr>
          <p:cNvPr id="155" name="Google Shape;155;p7"/>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fontScale="70000" lnSpcReduction="20000"/>
          </a:bodyPr>
          <a:lstStyle/>
          <a:p>
            <a:pPr marL="320040" lvl="0" indent="-304609" algn="l" rtl="0">
              <a:spcBef>
                <a:spcPts val="0"/>
              </a:spcBef>
              <a:spcAft>
                <a:spcPts val="0"/>
              </a:spcAft>
              <a:buSzPct val="37241"/>
              <a:buChar char="◻"/>
            </a:pPr>
            <a:r>
              <a:rPr lang="es-ES">
                <a:highlight>
                  <a:schemeClr val="lt1"/>
                </a:highlight>
              </a:rPr>
              <a:t>La copia o suplantación de cualquier actividad evaluable incluido el copia/pega textual de páginas de internet o resultados devueltos por alguna IA, supondrá un cero en la calificación. FPB y CFM actividad suspensa un cero. CFS actividad copiada un cero en la actividad y en los criterios asociados en esa actividad. Supondrá un parte de disciplina y se acordará con JE la sanción.</a:t>
            </a:r>
            <a:endParaRPr>
              <a:highlight>
                <a:schemeClr val="lt1"/>
              </a:highlight>
            </a:endParaRPr>
          </a:p>
          <a:p>
            <a:pPr marL="320040" lvl="0" indent="-296989" algn="l" rtl="0">
              <a:spcBef>
                <a:spcPts val="0"/>
              </a:spcBef>
              <a:spcAft>
                <a:spcPts val="0"/>
              </a:spcAft>
              <a:buSzPct val="37241"/>
              <a:buChar char="◻"/>
            </a:pPr>
            <a:endParaRPr>
              <a:highlight>
                <a:schemeClr val="lt1"/>
              </a:highlight>
            </a:endParaRPr>
          </a:p>
          <a:p>
            <a:pPr marL="320040" lvl="0" indent="-302895" algn="l" rtl="0">
              <a:spcBef>
                <a:spcPts val="700"/>
              </a:spcBef>
              <a:spcAft>
                <a:spcPts val="0"/>
              </a:spcAft>
              <a:buSzPct val="41379"/>
              <a:buChar char="◻"/>
            </a:pPr>
            <a:r>
              <a:rPr lang="es-ES">
                <a:highlight>
                  <a:schemeClr val="lt1"/>
                </a:highlight>
              </a:rPr>
              <a:t>El departamento utilizará los softwares y mecanismos disponibles para la detección de plagio, siendo un criterio unificado. </a:t>
            </a:r>
            <a:endParaRPr>
              <a:highlight>
                <a:schemeClr val="lt1"/>
              </a:highlight>
            </a:endParaRPr>
          </a:p>
          <a:p>
            <a:pPr marL="320040" lvl="0" indent="-302895" algn="just" rtl="0">
              <a:spcBef>
                <a:spcPts val="700"/>
              </a:spcBef>
              <a:spcAft>
                <a:spcPts val="0"/>
              </a:spcAft>
              <a:buSzPct val="41379"/>
              <a:buChar char="◻"/>
            </a:pPr>
            <a:r>
              <a:rPr lang="es-ES">
                <a:highlight>
                  <a:schemeClr val="lt1"/>
                </a:highlight>
              </a:rPr>
              <a:t>Cada actividad evaluable que tenga una fecha de entrega estipulada, deberá ser entregado en esa fecha y por la plataforma o medio de entrega indicado por el profesor. La NO entrega en plazo o por plataforma errónea supondrá un cero en la calificación de dicha actividad evaluable.</a:t>
            </a:r>
            <a:endParaRPr>
              <a:highlight>
                <a:schemeClr val="lt1"/>
              </a:highlight>
            </a:endParaRPr>
          </a:p>
          <a:p>
            <a:pPr marL="320040" lvl="0" indent="-302895" algn="l" rtl="0">
              <a:spcBef>
                <a:spcPts val="700"/>
              </a:spcBef>
              <a:spcAft>
                <a:spcPts val="0"/>
              </a:spcAft>
              <a:buSzPct val="41379"/>
              <a:buChar char="◻"/>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sp>
        <p:nvSpPr>
          <p:cNvPr id="161" name="Google Shape;161;p8"/>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a:bodyPr>
          <a:lstStyle/>
          <a:p>
            <a:pPr marL="320040" lvl="0" indent="0" algn="just" rtl="0">
              <a:spcBef>
                <a:spcPts val="0"/>
              </a:spcBef>
              <a:spcAft>
                <a:spcPts val="0"/>
              </a:spcAft>
              <a:buNone/>
            </a:pPr>
            <a:endParaRPr/>
          </a:p>
          <a:p>
            <a:pPr marL="320040" lvl="0" indent="-320040" algn="l" rtl="0">
              <a:spcBef>
                <a:spcPts val="700"/>
              </a:spcBef>
              <a:spcAft>
                <a:spcPts val="0"/>
              </a:spcAft>
              <a:buSzPts val="1200"/>
              <a:buChar char="◻"/>
            </a:pPr>
            <a:r>
              <a:rPr lang="es-ES"/>
              <a:t>La falta justificada a una actividad evaluable implicará que se realice  cuando el profesor se lo indique.</a:t>
            </a:r>
            <a:endParaRPr/>
          </a:p>
          <a:p>
            <a:pPr marL="320040" lvl="0" indent="0" algn="l" rtl="0">
              <a:spcBef>
                <a:spcPts val="70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9"/>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sp>
        <p:nvSpPr>
          <p:cNvPr id="167" name="Google Shape;167;p9"/>
          <p:cNvSpPr txBox="1">
            <a:spLocks noGrp="1"/>
          </p:cNvSpPr>
          <p:nvPr>
            <p:ph type="body" idx="1"/>
          </p:nvPr>
        </p:nvSpPr>
        <p:spPr>
          <a:xfrm>
            <a:off x="0" y="1600200"/>
            <a:ext cx="8948700" cy="4495800"/>
          </a:xfrm>
          <a:prstGeom prst="rect">
            <a:avLst/>
          </a:prstGeom>
          <a:noFill/>
          <a:ln>
            <a:noFill/>
          </a:ln>
        </p:spPr>
        <p:txBody>
          <a:bodyPr spcFirstLastPara="1" wrap="square" lIns="91425" tIns="45700" rIns="91425" bIns="45700" anchor="t" anchorCtr="0">
            <a:normAutofit fontScale="77500" lnSpcReduction="20000"/>
          </a:bodyPr>
          <a:lstStyle/>
          <a:p>
            <a:pPr marL="320040" lvl="0" indent="-209550" algn="l" rtl="0">
              <a:spcBef>
                <a:spcPts val="0"/>
              </a:spcBef>
              <a:spcAft>
                <a:spcPts val="0"/>
              </a:spcAft>
              <a:buSzPct val="59999"/>
              <a:buNone/>
            </a:pPr>
            <a:endParaRPr/>
          </a:p>
          <a:p>
            <a:pPr marL="320040" lvl="0" indent="-297180" algn="l" rtl="0">
              <a:spcBef>
                <a:spcPts val="700"/>
              </a:spcBef>
              <a:spcAft>
                <a:spcPts val="0"/>
              </a:spcAft>
              <a:buSzPct val="41379"/>
              <a:buChar char="◻"/>
            </a:pPr>
            <a:r>
              <a:rPr lang="es-ES"/>
              <a:t>Solo se considerará como falta justificada las faltas médicas, debiendo ser obligatorio la entrega del justificante correspondiente.</a:t>
            </a:r>
            <a:endParaRPr/>
          </a:p>
          <a:p>
            <a:pPr marL="320040" lvl="0" indent="-297180" algn="l" rtl="0">
              <a:spcBef>
                <a:spcPts val="700"/>
              </a:spcBef>
              <a:spcAft>
                <a:spcPts val="0"/>
              </a:spcAft>
              <a:buSzPct val="41379"/>
              <a:buChar char="◻"/>
            </a:pPr>
            <a:r>
              <a:rPr lang="es-ES"/>
              <a:t>Las faltas siguientes son ejemplos de faltas NO JUSTIFICADAS: </a:t>
            </a:r>
            <a:endParaRPr/>
          </a:p>
          <a:p>
            <a:pPr marL="640080" lvl="1" indent="-247650" algn="l" rtl="0">
              <a:spcBef>
                <a:spcPts val="550"/>
              </a:spcBef>
              <a:spcAft>
                <a:spcPts val="0"/>
              </a:spcAft>
              <a:buSzPct val="53846"/>
              <a:buChar char="🞑"/>
            </a:pPr>
            <a:r>
              <a:rPr lang="es-ES"/>
              <a:t>Prácticas de coche.</a:t>
            </a:r>
            <a:endParaRPr/>
          </a:p>
          <a:p>
            <a:pPr marL="640080" lvl="1" indent="-247650" algn="l" rtl="0">
              <a:spcBef>
                <a:spcPts val="550"/>
              </a:spcBef>
              <a:spcAft>
                <a:spcPts val="0"/>
              </a:spcAft>
              <a:buSzPct val="53846"/>
              <a:buChar char="🞑"/>
            </a:pPr>
            <a:r>
              <a:rPr lang="es-ES"/>
              <a:t>Viajes familiares.</a:t>
            </a:r>
            <a:endParaRPr/>
          </a:p>
          <a:p>
            <a:pPr marL="640080" lvl="1" indent="-247650" algn="l" rtl="0">
              <a:spcBef>
                <a:spcPts val="550"/>
              </a:spcBef>
              <a:spcAft>
                <a:spcPts val="0"/>
              </a:spcAft>
              <a:buSzPct val="53846"/>
              <a:buChar char="🞑"/>
            </a:pPr>
            <a:r>
              <a:rPr lang="es-ES"/>
              <a:t>Justificaciones personales.</a:t>
            </a:r>
            <a:endParaRPr/>
          </a:p>
          <a:p>
            <a:pPr marL="640080" lvl="1" indent="-241427" algn="l" rtl="0">
              <a:spcBef>
                <a:spcPts val="550"/>
              </a:spcBef>
              <a:spcAft>
                <a:spcPts val="0"/>
              </a:spcAft>
              <a:buSzPct val="48461"/>
              <a:buChar char="🞑"/>
            </a:pPr>
            <a:r>
              <a:rPr lang="es-ES"/>
              <a:t>Trabajo</a:t>
            </a:r>
            <a:endParaRPr/>
          </a:p>
          <a:p>
            <a:pPr marL="640080" lvl="1" indent="-241427" algn="l" rtl="0">
              <a:spcBef>
                <a:spcPts val="550"/>
              </a:spcBef>
              <a:spcAft>
                <a:spcPts val="0"/>
              </a:spcAft>
              <a:buSzPct val="48461"/>
              <a:buChar char="🞑"/>
            </a:pPr>
            <a:r>
              <a:rPr lang="es-ES"/>
              <a:t>Mascotas</a:t>
            </a:r>
            <a:endParaRPr/>
          </a:p>
          <a:p>
            <a:pPr marL="640080" lvl="1" indent="-247650" algn="l" rtl="0">
              <a:spcBef>
                <a:spcPts val="550"/>
              </a:spcBef>
              <a:spcAft>
                <a:spcPts val="0"/>
              </a:spcAft>
              <a:buSzPct val="53846"/>
              <a:buChar char="🞑"/>
            </a:pPr>
            <a:r>
              <a:rPr lang="es-ES"/>
              <a:t>Etc.</a:t>
            </a:r>
            <a:endParaRPr/>
          </a:p>
          <a:p>
            <a:pPr marL="320040" lvl="0" indent="-297180" algn="l" rtl="0">
              <a:spcBef>
                <a:spcPts val="700"/>
              </a:spcBef>
              <a:spcAft>
                <a:spcPts val="0"/>
              </a:spcAft>
              <a:buSzPct val="41379"/>
              <a:buChar char="◻"/>
            </a:pPr>
            <a:r>
              <a:rPr lang="es-ES"/>
              <a:t>El uso del teléfono móvil, reloj inteligente y auriculares inalámbricos está terminante prohibido en todo el centro. Si este estuviese visible, se procederá a su retirada.</a:t>
            </a:r>
            <a:endParaRPr/>
          </a:p>
          <a:p>
            <a:pPr marL="320040" lvl="0" indent="0" algn="l" rtl="0">
              <a:spcBef>
                <a:spcPts val="70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0"/>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81818"/>
              <a:buFont typeface="Twentieth Century"/>
              <a:buNone/>
            </a:pPr>
            <a:r>
              <a:rPr lang="es-ES"/>
              <a:t>Instrumentos, procedimientos y técnicas  de evaluación</a:t>
            </a:r>
            <a:endParaRPr/>
          </a:p>
        </p:txBody>
      </p:sp>
      <p:sp>
        <p:nvSpPr>
          <p:cNvPr id="173" name="Google Shape;173;p10"/>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fontScale="92500" lnSpcReduction="10000"/>
          </a:bodyPr>
          <a:lstStyle/>
          <a:p>
            <a:pPr marL="320040" lvl="0" indent="-314325" algn="l" rtl="0">
              <a:spcBef>
                <a:spcPts val="0"/>
              </a:spcBef>
              <a:spcAft>
                <a:spcPts val="0"/>
              </a:spcAft>
              <a:buSzPct val="41379"/>
              <a:buChar char="◻"/>
            </a:pPr>
            <a:r>
              <a:rPr lang="es-ES"/>
              <a:t>En caso de la retirada del teléfono, se le entregará a jefatura de estudio. Tendrá que venir a recogerlo el tutor legal.</a:t>
            </a:r>
            <a:endParaRPr/>
          </a:p>
          <a:p>
            <a:pPr marL="320040" lvl="0" indent="-314325" algn="l" rtl="0">
              <a:spcBef>
                <a:spcPts val="700"/>
              </a:spcBef>
              <a:spcAft>
                <a:spcPts val="0"/>
              </a:spcAft>
              <a:buSzPct val="41379"/>
              <a:buChar char="◻"/>
            </a:pPr>
            <a:r>
              <a:rPr lang="es-ES"/>
              <a:t>A las 8:05 se cierran las puertas del centro.</a:t>
            </a:r>
            <a:endParaRPr/>
          </a:p>
          <a:p>
            <a:pPr marL="320040" lvl="0" indent="-314896" algn="l" rtl="0">
              <a:spcBef>
                <a:spcPts val="700"/>
              </a:spcBef>
              <a:spcAft>
                <a:spcPts val="0"/>
              </a:spcAft>
              <a:buSzPct val="37241"/>
              <a:buChar char="◻"/>
            </a:pPr>
            <a:r>
              <a:rPr lang="es-ES"/>
              <a:t>En el caso de que se llegue tarde a clase, no podrá entrar y se quedará en secretaría hasta la siguiente hora.</a:t>
            </a:r>
            <a:endParaRPr/>
          </a:p>
          <a:p>
            <a:pPr marL="320040" lvl="0" indent="-307276" algn="l" rtl="0">
              <a:spcBef>
                <a:spcPts val="700"/>
              </a:spcBef>
              <a:spcAft>
                <a:spcPts val="0"/>
              </a:spcAft>
              <a:buSzPct val="37241"/>
              <a:buChar char="◻"/>
            </a:pPr>
            <a:r>
              <a:rPr lang="es-ES"/>
              <a:t>Para el Ciclo Superior de DAW en jornada de tarde. Cualquier alumno que llegue 10 minutos tarde o más a una clase , permanecerá fuera del aula hasta que el profesor se lo indique.</a:t>
            </a:r>
            <a:endParaRPr/>
          </a:p>
          <a:p>
            <a:pPr marL="110490" lvl="0" indent="0" algn="l" rtl="0">
              <a:spcBef>
                <a:spcPts val="700"/>
              </a:spcBef>
              <a:spcAft>
                <a:spcPts val="0"/>
              </a:spcAft>
              <a:buSzPct val="59999"/>
              <a:buNone/>
            </a:pPr>
            <a:endParaRPr>
              <a:highlight>
                <a:srgbClr val="93C47D"/>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7dcce6c617_0_0"/>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81818"/>
              <a:buFont typeface="Twentieth Century"/>
              <a:buNone/>
            </a:pPr>
            <a:r>
              <a:rPr lang="es-ES"/>
              <a:t>Instrumentos, procedimientos y técnicas  de evaluación</a:t>
            </a:r>
            <a:endParaRPr/>
          </a:p>
        </p:txBody>
      </p:sp>
      <p:sp>
        <p:nvSpPr>
          <p:cNvPr id="179" name="Google Shape;179;g37dcce6c617_0_0"/>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lnSpcReduction="10000"/>
          </a:bodyPr>
          <a:lstStyle/>
          <a:p>
            <a:pPr marL="320040" lvl="0" indent="-320040" algn="just" rtl="0">
              <a:spcBef>
                <a:spcPts val="0"/>
              </a:spcBef>
              <a:spcAft>
                <a:spcPts val="0"/>
              </a:spcAft>
              <a:buSzPts val="1200"/>
              <a:buChar char="◻"/>
            </a:pPr>
            <a:r>
              <a:rPr lang="es-ES"/>
              <a:t>En cuanto al material de clase, los viernes se realizará una auditoría por parte del profesor. </a:t>
            </a:r>
            <a:endParaRPr/>
          </a:p>
          <a:p>
            <a:pPr marL="320040" lvl="0" indent="-320040" algn="l" rtl="0">
              <a:spcBef>
                <a:spcPts val="0"/>
              </a:spcBef>
              <a:spcAft>
                <a:spcPts val="0"/>
              </a:spcAft>
              <a:buSzPts val="1200"/>
              <a:buChar char="◻"/>
            </a:pPr>
            <a:r>
              <a:rPr lang="es-ES"/>
              <a:t>Cada alumno será responsable de su puesto y  material asignado, teniendo que reponerlo en caso de deterioro o pérdida.</a:t>
            </a:r>
            <a:endParaRPr/>
          </a:p>
          <a:p>
            <a:pPr marL="320040" lvl="0" indent="-312420" algn="l" rtl="0">
              <a:spcBef>
                <a:spcPts val="0"/>
              </a:spcBef>
              <a:spcAft>
                <a:spcPts val="0"/>
              </a:spcAft>
              <a:buSzPts val="1080"/>
              <a:buChar char="◻"/>
            </a:pPr>
            <a:r>
              <a:rPr lang="es-ES"/>
              <a:t>Está prohibido la modificación del sistema operativo, instalación de software no permitido y cualquier modificación en los equipos (que no esté expresamente autorizado).</a:t>
            </a:r>
            <a:endParaRPr/>
          </a:p>
          <a:p>
            <a:pPr marL="320040" lvl="0" indent="-312420" algn="l" rtl="0">
              <a:spcBef>
                <a:spcPts val="0"/>
              </a:spcBef>
              <a:spcAft>
                <a:spcPts val="0"/>
              </a:spcAft>
              <a:buSzPts val="1080"/>
              <a:buChar char="◻"/>
            </a:pPr>
            <a:r>
              <a:rPr lang="es-ES"/>
              <a:t>El alumno será responsable bajo sanción de los puntos anteriores.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7dcce6c617_0_5"/>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81818"/>
              <a:buFont typeface="Twentieth Century"/>
              <a:buNone/>
            </a:pPr>
            <a:r>
              <a:rPr lang="es-ES"/>
              <a:t>Instrumentos, procedimientos y técnicas  de evaluación</a:t>
            </a:r>
            <a:endParaRPr/>
          </a:p>
        </p:txBody>
      </p:sp>
      <p:sp>
        <p:nvSpPr>
          <p:cNvPr id="185" name="Google Shape;185;g37dcce6c617_0_5"/>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fontScale="92500" lnSpcReduction="20000"/>
          </a:bodyPr>
          <a:lstStyle/>
          <a:p>
            <a:pPr marL="320040" lvl="0" indent="-307276" algn="l" rtl="0">
              <a:spcBef>
                <a:spcPts val="0"/>
              </a:spcBef>
              <a:spcAft>
                <a:spcPts val="0"/>
              </a:spcAft>
              <a:buSzPct val="37241"/>
              <a:buChar char="◻"/>
            </a:pPr>
            <a:r>
              <a:rPr lang="es-ES"/>
              <a:t>El uso de portátil solo está permitido para el trabajo en el aula.</a:t>
            </a:r>
            <a:endParaRPr/>
          </a:p>
          <a:p>
            <a:pPr marL="320040" lvl="0" indent="-307276" algn="l" rtl="0">
              <a:spcBef>
                <a:spcPts val="0"/>
              </a:spcBef>
              <a:spcAft>
                <a:spcPts val="0"/>
              </a:spcAft>
              <a:buSzPct val="37241"/>
              <a:buChar char="◻"/>
            </a:pPr>
            <a:r>
              <a:rPr lang="es-ES"/>
              <a:t>De cara a pruebas evaluativas se realizarán en los equipos de clase. </a:t>
            </a:r>
            <a:endParaRPr/>
          </a:p>
          <a:p>
            <a:pPr marL="320040" lvl="0" indent="-307276" algn="l" rtl="0">
              <a:spcBef>
                <a:spcPts val="0"/>
              </a:spcBef>
              <a:spcAft>
                <a:spcPts val="0"/>
              </a:spcAft>
              <a:buSzPct val="37241"/>
              <a:buChar char="◻"/>
            </a:pPr>
            <a:r>
              <a:rPr lang="es-ES"/>
              <a:t>Está prohibida la utilización de VPNs. Esto conlleva a una sanción con jefatura de estudio.</a:t>
            </a:r>
            <a:endParaRPr/>
          </a:p>
          <a:p>
            <a:pPr marL="320040" lvl="0" indent="-307276" algn="l" rtl="0">
              <a:spcBef>
                <a:spcPts val="0"/>
              </a:spcBef>
              <a:spcAft>
                <a:spcPts val="0"/>
              </a:spcAft>
              <a:buSzPct val="37241"/>
              <a:buChar char="◻"/>
            </a:pPr>
            <a:r>
              <a:rPr lang="es-ES"/>
              <a:t>El alumno será responsable de traer su material de trabajo al aula:</a:t>
            </a:r>
            <a:endParaRPr/>
          </a:p>
          <a:p>
            <a:pPr marL="640080" lvl="1" indent="-268319" algn="l" rtl="0">
              <a:spcBef>
                <a:spcPts val="0"/>
              </a:spcBef>
              <a:spcAft>
                <a:spcPts val="0"/>
              </a:spcAft>
              <a:buSzPct val="48461"/>
              <a:buChar char="🞑"/>
            </a:pPr>
            <a:r>
              <a:rPr lang="es-ES"/>
              <a:t>libros.</a:t>
            </a:r>
            <a:endParaRPr/>
          </a:p>
          <a:p>
            <a:pPr marL="640080" lvl="1" indent="-268319" algn="l" rtl="0">
              <a:spcBef>
                <a:spcPts val="0"/>
              </a:spcBef>
              <a:spcAft>
                <a:spcPts val="0"/>
              </a:spcAft>
              <a:buSzPct val="48461"/>
              <a:buChar char="🞑"/>
            </a:pPr>
            <a:r>
              <a:rPr lang="es-ES"/>
              <a:t>Teclado.</a:t>
            </a:r>
            <a:endParaRPr/>
          </a:p>
          <a:p>
            <a:pPr marL="640080" lvl="1" indent="-268319" algn="l" rtl="0">
              <a:spcBef>
                <a:spcPts val="0"/>
              </a:spcBef>
              <a:spcAft>
                <a:spcPts val="0"/>
              </a:spcAft>
              <a:buSzPct val="48461"/>
              <a:buChar char="🞑"/>
            </a:pPr>
            <a:r>
              <a:rPr lang="es-ES"/>
              <a:t>Ratón.</a:t>
            </a:r>
            <a:endParaRPr/>
          </a:p>
          <a:p>
            <a:pPr marL="320040" lvl="0" indent="-314896" algn="l" rtl="0">
              <a:spcBef>
                <a:spcPts val="0"/>
              </a:spcBef>
              <a:spcAft>
                <a:spcPts val="0"/>
              </a:spcAft>
              <a:buSzPct val="37241"/>
              <a:buChar char="◻"/>
            </a:pPr>
            <a:r>
              <a:rPr lang="es-ES"/>
              <a:t>El responsable de su material es el propio alumno, el centro no se hace cargo.</a:t>
            </a:r>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1"/>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wentieth Century"/>
              <a:buNone/>
            </a:pPr>
            <a:r>
              <a:rPr lang="es-ES" sz="3600" b="1" dirty="0" smtClean="0"/>
              <a:t>Calificaciones y porcentajes</a:t>
            </a:r>
            <a:endParaRPr dirty="0"/>
          </a:p>
        </p:txBody>
      </p:sp>
      <p:sp>
        <p:nvSpPr>
          <p:cNvPr id="191" name="Google Shape;191;p11"/>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a:bodyPr>
          <a:lstStyle/>
          <a:p>
            <a:pPr marL="320040" lvl="0" indent="-320040" algn="l" rtl="0">
              <a:spcBef>
                <a:spcPts val="700"/>
              </a:spcBef>
              <a:spcAft>
                <a:spcPts val="0"/>
              </a:spcAft>
              <a:buSzPts val="1200"/>
              <a:buChar char="◻"/>
            </a:pPr>
            <a:endParaRPr dirty="0"/>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1541463"/>
            <a:ext cx="7048500" cy="377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1"/>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ct val="100000"/>
              <a:buFont typeface="Twentieth Century"/>
              <a:buNone/>
            </a:pPr>
            <a:r>
              <a:rPr lang="es-ES" sz="3600" b="1" dirty="0" smtClean="0"/>
              <a:t>Calificaciones y porcentajes</a:t>
            </a:r>
            <a:endParaRPr dirty="0"/>
          </a:p>
        </p:txBody>
      </p:sp>
      <p:sp>
        <p:nvSpPr>
          <p:cNvPr id="191" name="Google Shape;191;p11"/>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a:bodyPr>
          <a:lstStyle/>
          <a:p>
            <a:pPr marL="320040" lvl="0" indent="-320040" algn="l" rtl="0">
              <a:spcBef>
                <a:spcPts val="700"/>
              </a:spcBef>
              <a:spcAft>
                <a:spcPts val="0"/>
              </a:spcAft>
              <a:buSzPts val="1200"/>
              <a:buChar char="◻"/>
            </a:pPr>
            <a:endParaRPr dirty="0"/>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713" y="1574800"/>
            <a:ext cx="7140575" cy="371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713" y="5286375"/>
            <a:ext cx="7140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46636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37dcce6c617_2_9"/>
          <p:cNvSpPr txBox="1"/>
          <p:nvPr/>
        </p:nvSpPr>
        <p:spPr>
          <a:xfrm>
            <a:off x="700349" y="1728425"/>
            <a:ext cx="7858200" cy="4719000"/>
          </a:xfrm>
          <a:prstGeom prst="rect">
            <a:avLst/>
          </a:prstGeom>
          <a:noFill/>
          <a:ln>
            <a:noFill/>
          </a:ln>
        </p:spPr>
        <p:txBody>
          <a:bodyPr spcFirstLastPara="1" wrap="square" lIns="143800" tIns="143800" rIns="143800" bIns="143800" anchor="ctr" anchorCtr="0">
            <a:noAutofit/>
          </a:bodyPr>
          <a:lstStyle/>
          <a:p>
            <a:pPr marL="0" lvl="0" indent="0" algn="l" rtl="0">
              <a:lnSpc>
                <a:spcPct val="115000"/>
              </a:lnSpc>
              <a:spcBef>
                <a:spcPts val="1888"/>
              </a:spcBef>
              <a:spcAft>
                <a:spcPts val="0"/>
              </a:spcAft>
              <a:buNone/>
            </a:pPr>
            <a:r>
              <a:rPr lang="es-ES" sz="1730">
                <a:latin typeface="Times New Roman"/>
                <a:ea typeface="Times New Roman"/>
                <a:cs typeface="Times New Roman"/>
                <a:sym typeface="Times New Roman"/>
              </a:rPr>
              <a:t>La evaluación será </a:t>
            </a:r>
            <a:r>
              <a:rPr lang="es-ES" sz="1730" b="1">
                <a:latin typeface="Times New Roman"/>
                <a:ea typeface="Times New Roman"/>
                <a:cs typeface="Times New Roman"/>
                <a:sym typeface="Times New Roman"/>
              </a:rPr>
              <a:t>continua, formativa y sumativa</a:t>
            </a:r>
            <a:r>
              <a:rPr lang="es-ES" sz="1730">
                <a:latin typeface="Times New Roman"/>
                <a:ea typeface="Times New Roman"/>
                <a:cs typeface="Times New Roman"/>
                <a:sym typeface="Times New Roman"/>
              </a:rPr>
              <a:t>, orientada a comprobar el grado de adquisición de los </a:t>
            </a:r>
            <a:r>
              <a:rPr lang="es-ES" sz="1730" b="1">
                <a:latin typeface="Times New Roman"/>
                <a:ea typeface="Times New Roman"/>
                <a:cs typeface="Times New Roman"/>
                <a:sym typeface="Times New Roman"/>
              </a:rPr>
              <a:t>Resultados de Aprendizaje (RA)</a:t>
            </a:r>
            <a:r>
              <a:rPr lang="es-ES" sz="1730">
                <a:latin typeface="Times New Roman"/>
                <a:ea typeface="Times New Roman"/>
                <a:cs typeface="Times New Roman"/>
                <a:sym typeface="Times New Roman"/>
              </a:rPr>
              <a:t> establecidos en el currículo oficial del módulo </a:t>
            </a:r>
            <a:r>
              <a:rPr lang="es-ES" sz="1730" i="1">
                <a:latin typeface="Times New Roman"/>
                <a:ea typeface="Times New Roman"/>
                <a:cs typeface="Times New Roman"/>
                <a:sym typeface="Times New Roman"/>
              </a:rPr>
              <a:t>Desarrollo Web en Entorno Servidor</a:t>
            </a:r>
            <a:r>
              <a:rPr lang="es-ES" sz="1730">
                <a:latin typeface="Times New Roman"/>
                <a:ea typeface="Times New Roman"/>
                <a:cs typeface="Times New Roman"/>
                <a:sym typeface="Times New Roman"/>
              </a:rPr>
              <a:t>.</a:t>
            </a:r>
            <a:endParaRPr sz="1730">
              <a:latin typeface="Times New Roman"/>
              <a:ea typeface="Times New Roman"/>
              <a:cs typeface="Times New Roman"/>
              <a:sym typeface="Times New Roman"/>
            </a:endParaRPr>
          </a:p>
          <a:p>
            <a:pPr marL="0" lvl="0" indent="0" algn="l" rtl="0">
              <a:lnSpc>
                <a:spcPct val="115000"/>
              </a:lnSpc>
              <a:spcBef>
                <a:spcPts val="1888"/>
              </a:spcBef>
              <a:spcAft>
                <a:spcPts val="0"/>
              </a:spcAft>
              <a:buNone/>
            </a:pPr>
            <a:r>
              <a:rPr lang="es-ES" sz="1730">
                <a:latin typeface="Times New Roman"/>
                <a:ea typeface="Times New Roman"/>
                <a:cs typeface="Times New Roman"/>
                <a:sym typeface="Times New Roman"/>
              </a:rPr>
              <a:t>La calificación final se obtendrá exclusivamente a partir de los RA, mediante la siguiente fórmula:</a:t>
            </a:r>
            <a:endParaRPr sz="1730">
              <a:latin typeface="Times New Roman"/>
              <a:ea typeface="Times New Roman"/>
              <a:cs typeface="Times New Roman"/>
              <a:sym typeface="Times New Roman"/>
            </a:endParaRPr>
          </a:p>
          <a:p>
            <a:pPr marL="0" lvl="0" indent="0" algn="l" rtl="0">
              <a:lnSpc>
                <a:spcPct val="115000"/>
              </a:lnSpc>
              <a:spcBef>
                <a:spcPts val="1888"/>
              </a:spcBef>
              <a:spcAft>
                <a:spcPts val="0"/>
              </a:spcAft>
              <a:buNone/>
            </a:pPr>
            <a:endParaRPr sz="1730">
              <a:latin typeface="Times New Roman"/>
              <a:ea typeface="Times New Roman"/>
              <a:cs typeface="Times New Roman"/>
              <a:sym typeface="Times New Roman"/>
            </a:endParaRPr>
          </a:p>
          <a:p>
            <a:pPr marL="0" lvl="0" indent="0" algn="l" rtl="0">
              <a:lnSpc>
                <a:spcPct val="115000"/>
              </a:lnSpc>
              <a:spcBef>
                <a:spcPts val="1888"/>
              </a:spcBef>
              <a:spcAft>
                <a:spcPts val="1888"/>
              </a:spcAft>
              <a:buNone/>
            </a:pPr>
            <a:r>
              <a:rPr lang="es-ES" sz="1730">
                <a:latin typeface="Times New Roman"/>
                <a:ea typeface="Times New Roman"/>
                <a:cs typeface="Times New Roman"/>
                <a:sym typeface="Times New Roman"/>
              </a:rPr>
              <a:t>Cada </a:t>
            </a:r>
            <a:r>
              <a:rPr lang="es-ES" sz="1730" b="1">
                <a:latin typeface="Times New Roman"/>
                <a:ea typeface="Times New Roman"/>
                <a:cs typeface="Times New Roman"/>
                <a:sym typeface="Times New Roman"/>
              </a:rPr>
              <a:t>RA</a:t>
            </a:r>
            <a:r>
              <a:rPr lang="es-ES" sz="1730">
                <a:latin typeface="Times New Roman"/>
                <a:ea typeface="Times New Roman"/>
                <a:cs typeface="Times New Roman"/>
                <a:sym typeface="Times New Roman"/>
              </a:rPr>
              <a:t> se evaluará con distintos instrumentos (prácticas, pruebas, proyectos, participación en clase, etc.), que medirán el nivel de consecución de los criterios de evaluación asociados.</a:t>
            </a:r>
            <a:endParaRPr sz="1730">
              <a:latin typeface="Times New Roman"/>
              <a:ea typeface="Times New Roman"/>
              <a:cs typeface="Times New Roman"/>
              <a:sym typeface="Times New Roman"/>
            </a:endParaRPr>
          </a:p>
        </p:txBody>
      </p:sp>
      <p:sp>
        <p:nvSpPr>
          <p:cNvPr id="197" name="Google Shape;197;g37dcce6c617_2_9"/>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pic>
        <p:nvPicPr>
          <p:cNvPr id="198" name="Google Shape;198;g37dcce6c617_2_9"/>
          <p:cNvPicPr preferRelativeResize="0"/>
          <p:nvPr/>
        </p:nvPicPr>
        <p:blipFill>
          <a:blip r:embed="rId3">
            <a:alphaModFix/>
          </a:blip>
          <a:stretch>
            <a:fillRect/>
          </a:stretch>
        </p:blipFill>
        <p:spPr>
          <a:xfrm>
            <a:off x="891925" y="4221425"/>
            <a:ext cx="4032925" cy="564475"/>
          </a:xfrm>
          <a:prstGeom prst="rect">
            <a:avLst/>
          </a:prstGeom>
          <a:noFill/>
          <a:ln w="19975" cap="flat" cmpd="sng">
            <a:solidFill>
              <a:srgbClr val="000000"/>
            </a:solidFill>
            <a:prstDash val="solid"/>
            <a:miter lim="8000"/>
            <a:headEnd type="none" w="sm" len="sm"/>
            <a:tailEnd type="none" w="sm" len="sm"/>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7dcce6c617_2_15"/>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pic>
        <p:nvPicPr>
          <p:cNvPr id="204" name="Google Shape;204;g37dcce6c617_2_15"/>
          <p:cNvPicPr preferRelativeResize="0"/>
          <p:nvPr/>
        </p:nvPicPr>
        <p:blipFill>
          <a:blip r:embed="rId3">
            <a:alphaModFix/>
          </a:blip>
          <a:stretch>
            <a:fillRect/>
          </a:stretch>
        </p:blipFill>
        <p:spPr>
          <a:xfrm>
            <a:off x="422675" y="4506700"/>
            <a:ext cx="3590925" cy="485775"/>
          </a:xfrm>
          <a:prstGeom prst="rect">
            <a:avLst/>
          </a:prstGeom>
          <a:noFill/>
          <a:ln w="12700" cap="flat" cmpd="sng">
            <a:solidFill>
              <a:srgbClr val="000000"/>
            </a:solidFill>
            <a:prstDash val="solid"/>
            <a:miter lim="8000"/>
            <a:headEnd type="none" w="sm" len="sm"/>
            <a:tailEnd type="none" w="sm" len="sm"/>
          </a:ln>
        </p:spPr>
      </p:pic>
      <p:sp>
        <p:nvSpPr>
          <p:cNvPr id="205" name="Google Shape;205;g37dcce6c617_2_15"/>
          <p:cNvSpPr txBox="1"/>
          <p:nvPr/>
        </p:nvSpPr>
        <p:spPr>
          <a:xfrm>
            <a:off x="304800" y="1336325"/>
            <a:ext cx="8461200" cy="5120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s-ES" sz="1300">
                <a:latin typeface="Times New Roman"/>
                <a:ea typeface="Times New Roman"/>
                <a:cs typeface="Times New Roman"/>
                <a:sym typeface="Times New Roman"/>
              </a:rPr>
              <a:t>Si el al hacer el cálculo de la calificación final, el alumno </a:t>
            </a:r>
            <a:r>
              <a:rPr lang="es-ES" sz="1300" b="1">
                <a:latin typeface="Times New Roman"/>
                <a:ea typeface="Times New Roman"/>
                <a:cs typeface="Times New Roman"/>
                <a:sym typeface="Times New Roman"/>
              </a:rPr>
              <a:t>obtiene una calificación  menor a 5</a:t>
            </a:r>
            <a:r>
              <a:rPr lang="es-ES" sz="1300">
                <a:latin typeface="Times New Roman"/>
                <a:ea typeface="Times New Roman"/>
                <a:cs typeface="Times New Roman"/>
                <a:sym typeface="Times New Roman"/>
              </a:rPr>
              <a:t>, el alumno tendrá que asistir obligatoriamente al periodo extraordinario, pudiendo presentarse a recuperar los RA(mediante sus instrumentos) en los que haya obtenido una calificación menor a 5.</a:t>
            </a:r>
            <a:endParaRPr sz="13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s-ES" sz="1300">
                <a:latin typeface="Times New Roman"/>
                <a:ea typeface="Times New Roman"/>
                <a:cs typeface="Times New Roman"/>
                <a:sym typeface="Times New Roman"/>
              </a:rPr>
              <a:t>De manera adicional, a petición del alumno, puede presentarse a subir nota de los RA(mediante sus instrumentos) en los que haya obtenido cualquier tipo de calificación, consensuado previamente con el profesor.</a:t>
            </a:r>
            <a:endParaRPr sz="13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s-ES" sz="1300">
                <a:latin typeface="Times New Roman"/>
                <a:ea typeface="Times New Roman"/>
                <a:cs typeface="Times New Roman"/>
                <a:sym typeface="Times New Roman"/>
              </a:rPr>
              <a:t>Cabe recalcar que el periodo extraordinario tiene como objetivo principal conseguir alcanzar los RA no superados, no volver a repetir todos los instrumentos de evaluación del curso.</a:t>
            </a:r>
            <a:endParaRPr sz="13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s-ES" sz="1300">
                <a:latin typeface="Times New Roman"/>
                <a:ea typeface="Times New Roman"/>
                <a:cs typeface="Times New Roman"/>
                <a:sym typeface="Times New Roman"/>
              </a:rPr>
              <a:t>La calificación final nuevamente  se obtendrá exclusivamente a partir de los RA, mediante la siguiente fórmula:</a:t>
            </a:r>
            <a:endParaRPr sz="1300">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s-ES" sz="1300">
                <a:latin typeface="Times New Roman"/>
                <a:ea typeface="Times New Roman"/>
                <a:cs typeface="Times New Roman"/>
                <a:sym typeface="Times New Roman"/>
              </a:rPr>
              <a:t>Sustituyendo las nota de los RA obtenidas en el periodo extraordinario y manteniendo las notas obtenidas durante el curso de los instrumentos de evaluación de los RA.</a:t>
            </a:r>
            <a:endParaRPr b="1">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3"/>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sp>
        <p:nvSpPr>
          <p:cNvPr id="211" name="Google Shape;211;p13"/>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fontScale="92500" lnSpcReduction="10000"/>
          </a:bodyPr>
          <a:lstStyle/>
          <a:p>
            <a:pPr marL="320040" lvl="0" indent="-320040" algn="l" rtl="0">
              <a:spcBef>
                <a:spcPts val="700"/>
              </a:spcBef>
              <a:spcAft>
                <a:spcPts val="0"/>
              </a:spcAft>
              <a:buSzPts val="1200"/>
              <a:buChar char="◻"/>
            </a:pPr>
            <a:r>
              <a:rPr lang="es-ES" b="1"/>
              <a:t>Evaluación conceptual</a:t>
            </a:r>
            <a:endParaRPr b="1"/>
          </a:p>
          <a:p>
            <a:pPr marL="640080" lvl="1" indent="-274320" algn="l" rtl="0">
              <a:spcBef>
                <a:spcPts val="550"/>
              </a:spcBef>
              <a:spcAft>
                <a:spcPts val="0"/>
              </a:spcAft>
              <a:buSzPts val="1400"/>
              <a:buChar char="🞑"/>
            </a:pPr>
            <a:r>
              <a:rPr lang="es-ES"/>
              <a:t>Exámenes consistentes en una relación de preguntas tipo test.</a:t>
            </a:r>
            <a:endParaRPr/>
          </a:p>
          <a:p>
            <a:pPr marL="640080" lvl="1" indent="-274320" algn="l" rtl="0">
              <a:spcBef>
                <a:spcPts val="550"/>
              </a:spcBef>
              <a:spcAft>
                <a:spcPts val="0"/>
              </a:spcAft>
              <a:buSzPts val="1400"/>
              <a:buChar char="🞑"/>
            </a:pPr>
            <a:r>
              <a:rPr lang="es-ES"/>
              <a:t>Por cada pregunta hay varias posibles respuestas, siendo correcta al menos una de ellas o todas.</a:t>
            </a:r>
            <a:endParaRPr/>
          </a:p>
          <a:p>
            <a:pPr marL="640080" lvl="1" indent="-274320" algn="l" rtl="0">
              <a:spcBef>
                <a:spcPts val="550"/>
              </a:spcBef>
              <a:spcAft>
                <a:spcPts val="0"/>
              </a:spcAft>
              <a:buSzPts val="1400"/>
              <a:buChar char="🞑"/>
            </a:pPr>
            <a:r>
              <a:rPr lang="es-ES"/>
              <a:t>Entre todas las respuestas correctas suman el 100% y las incorrectas restan el 100% de la puntuación de cada pregunta.</a:t>
            </a:r>
            <a:endParaRPr/>
          </a:p>
          <a:p>
            <a:pPr marL="640080" lvl="1" indent="-274320" algn="l" rtl="0">
              <a:spcBef>
                <a:spcPts val="550"/>
              </a:spcBef>
              <a:spcAft>
                <a:spcPts val="0"/>
              </a:spcAft>
              <a:buSzPts val="1400"/>
              <a:buChar char="🞑"/>
            </a:pPr>
            <a:r>
              <a:rPr lang="es-ES"/>
              <a:t>Las preguntas pueden ser: Totalmente correctas (todas las respuestas acertadas).</a:t>
            </a:r>
            <a:endParaRPr/>
          </a:p>
          <a:p>
            <a:pPr marL="640080" lvl="1" indent="-274320" algn="l" rtl="0">
              <a:spcBef>
                <a:spcPts val="550"/>
              </a:spcBef>
              <a:spcAft>
                <a:spcPts val="0"/>
              </a:spcAft>
              <a:buSzPts val="1400"/>
              <a:buChar char="🞑"/>
            </a:pPr>
            <a:r>
              <a:rPr lang="es-ES"/>
              <a:t>Incorrectas (el resto).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4"/>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sp>
        <p:nvSpPr>
          <p:cNvPr id="217" name="Google Shape;217;p14"/>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fontScale="70000" lnSpcReduction="20000"/>
          </a:bodyPr>
          <a:lstStyle/>
          <a:p>
            <a:pPr marL="320040" lvl="0" indent="-314325" algn="l" rtl="0">
              <a:spcBef>
                <a:spcPts val="700"/>
              </a:spcBef>
              <a:spcAft>
                <a:spcPts val="0"/>
              </a:spcAft>
              <a:buSzPct val="41379"/>
              <a:buChar char="◻"/>
            </a:pPr>
            <a:r>
              <a:rPr lang="es-ES" b="1"/>
              <a:t>Evaluación Procedimental </a:t>
            </a:r>
            <a:endParaRPr b="1"/>
          </a:p>
          <a:p>
            <a:pPr marL="640080" lvl="1" indent="-267652" algn="l" rtl="0">
              <a:spcBef>
                <a:spcPts val="550"/>
              </a:spcBef>
              <a:spcAft>
                <a:spcPts val="0"/>
              </a:spcAft>
              <a:buSzPct val="53846"/>
              <a:buChar char="🞑"/>
            </a:pPr>
            <a:r>
              <a:rPr lang="es-ES" b="1"/>
              <a:t>Exámenes prácticos.</a:t>
            </a:r>
            <a:endParaRPr/>
          </a:p>
          <a:p>
            <a:pPr marL="914400" lvl="2" indent="-221456" algn="l" rtl="0">
              <a:spcBef>
                <a:spcPts val="500"/>
              </a:spcBef>
              <a:spcAft>
                <a:spcPts val="0"/>
              </a:spcAft>
              <a:buSzPct val="65217"/>
              <a:buChar char="■"/>
            </a:pPr>
            <a:r>
              <a:rPr lang="es-ES"/>
              <a:t>Son exámenes compuestos de ejercicios y/o problemas basados en modificaciones y ampliaciones de los realizados en clase.</a:t>
            </a:r>
            <a:endParaRPr/>
          </a:p>
          <a:p>
            <a:pPr marL="640080" lvl="1" indent="-267652" algn="l" rtl="0">
              <a:spcBef>
                <a:spcPts val="550"/>
              </a:spcBef>
              <a:spcAft>
                <a:spcPts val="0"/>
              </a:spcAft>
              <a:buSzPct val="53846"/>
              <a:buChar char="🞑"/>
            </a:pPr>
            <a:r>
              <a:rPr lang="es-ES" b="1"/>
              <a:t>Prácticas guiadas.</a:t>
            </a:r>
            <a:endParaRPr/>
          </a:p>
          <a:p>
            <a:pPr marL="914400" lvl="2" indent="-221456" algn="l" rtl="0">
              <a:spcBef>
                <a:spcPts val="500"/>
              </a:spcBef>
              <a:spcAft>
                <a:spcPts val="0"/>
              </a:spcAft>
              <a:buSzPct val="65217"/>
              <a:buChar char="■"/>
            </a:pPr>
            <a:r>
              <a:rPr lang="es-ES"/>
              <a:t>Son actividades obligatorias (suponen el 100% de valoración) y voluntarias (suponen un porcentaje extra de valoración) de prueba y ensayo de las técnicas estudiadas, a modo de entrenamiento, generalmente mediante distintos bloques de secuencias guiadas de ejercicios paso a paso.</a:t>
            </a:r>
            <a:endParaRPr/>
          </a:p>
          <a:p>
            <a:pPr marL="914400" lvl="2" indent="-221456" algn="l" rtl="0">
              <a:spcBef>
                <a:spcPts val="500"/>
              </a:spcBef>
              <a:spcAft>
                <a:spcPts val="0"/>
              </a:spcAft>
              <a:buSzPct val="65217"/>
              <a:buChar char="■"/>
            </a:pPr>
            <a:r>
              <a:rPr lang="es-ES"/>
              <a:t>Las prácticas tienen que registrarse y custodiarse para su defensa en la revisión en cualquier momento posterior una vez acabado el periodo de realización, invalidándose el bloque entero si no se dispone de alguno de los ejercicios registrados como realizados.</a:t>
            </a:r>
            <a:endParaRPr/>
          </a:p>
          <a:p>
            <a:pPr marL="640080" lvl="1" indent="-267652" algn="l" rtl="0">
              <a:spcBef>
                <a:spcPts val="550"/>
              </a:spcBef>
              <a:spcAft>
                <a:spcPts val="0"/>
              </a:spcAft>
              <a:buSzPct val="53846"/>
              <a:buChar char="🞑"/>
            </a:pPr>
            <a:r>
              <a:rPr lang="es-ES" b="1"/>
              <a:t>Actividades de clase </a:t>
            </a:r>
            <a:endParaRPr b="1"/>
          </a:p>
          <a:p>
            <a:pPr marL="914400" lvl="2" indent="-221456" algn="l" rtl="0">
              <a:spcBef>
                <a:spcPts val="500"/>
              </a:spcBef>
              <a:spcAft>
                <a:spcPts val="0"/>
              </a:spcAft>
              <a:buSzPct val="65217"/>
              <a:buChar char="■"/>
            </a:pPr>
            <a:r>
              <a:rPr lang="es-ES"/>
              <a:t>Resolución e investigación de actividades, siguiendo las pautas marcadas, de casos prácticos a modo de situaciones reales o ficticias relacionadas de manera integrada con los contenidos tratados y las prácticas realizadas.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5"/>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Twentieth Century"/>
              <a:buNone/>
            </a:pPr>
            <a:r>
              <a:rPr lang="es-ES" sz="3600" b="1"/>
              <a:t>Instrumentos, procedimientos y técnicas  de evaluación</a:t>
            </a:r>
            <a:endParaRPr/>
          </a:p>
        </p:txBody>
      </p:sp>
      <p:sp>
        <p:nvSpPr>
          <p:cNvPr id="223" name="Google Shape;223;p15"/>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a:bodyPr>
          <a:lstStyle/>
          <a:p>
            <a:pPr marL="640080" lvl="1" indent="-274320" algn="l" rtl="0">
              <a:spcBef>
                <a:spcPts val="0"/>
              </a:spcBef>
              <a:spcAft>
                <a:spcPts val="0"/>
              </a:spcAft>
              <a:buSzPts val="1400"/>
              <a:buChar char="🞑"/>
            </a:pPr>
            <a:r>
              <a:rPr lang="es-ES" b="1"/>
              <a:t>Prácticas guiadas.</a:t>
            </a:r>
            <a:endParaRPr b="1"/>
          </a:p>
          <a:p>
            <a:pPr marL="640080" lvl="1" indent="-274320" algn="l" rtl="0">
              <a:spcBef>
                <a:spcPts val="550"/>
              </a:spcBef>
              <a:spcAft>
                <a:spcPts val="0"/>
              </a:spcAft>
              <a:buSzPts val="1400"/>
              <a:buChar char="🞑"/>
            </a:pPr>
            <a:r>
              <a:rPr lang="es-ES" b="1"/>
              <a:t>Actividades de clase.</a:t>
            </a:r>
            <a:endParaRPr/>
          </a:p>
          <a:p>
            <a:pPr marL="914400" lvl="2" indent="-228600" algn="l" rtl="0">
              <a:spcBef>
                <a:spcPts val="500"/>
              </a:spcBef>
              <a:spcAft>
                <a:spcPts val="0"/>
              </a:spcAft>
              <a:buSzPts val="1500"/>
              <a:buChar char="■"/>
            </a:pPr>
            <a:r>
              <a:rPr lang="es-ES"/>
              <a:t>Cada ejercicio que se realice será calificado teniendo en cuenta múltiples factores: Entrega en plazo de la actividad.</a:t>
            </a:r>
            <a:endParaRPr/>
          </a:p>
          <a:p>
            <a:pPr marL="914400" lvl="2" indent="-228600" algn="l" rtl="0">
              <a:spcBef>
                <a:spcPts val="500"/>
              </a:spcBef>
              <a:spcAft>
                <a:spcPts val="0"/>
              </a:spcAft>
              <a:buSzPts val="1500"/>
              <a:buChar char="■"/>
            </a:pPr>
            <a:r>
              <a:rPr lang="es-ES"/>
              <a:t>Orden al trabajar.</a:t>
            </a:r>
            <a:endParaRPr/>
          </a:p>
          <a:p>
            <a:pPr marL="914400" lvl="2" indent="-228600" algn="l" rtl="0">
              <a:spcBef>
                <a:spcPts val="500"/>
              </a:spcBef>
              <a:spcAft>
                <a:spcPts val="0"/>
              </a:spcAft>
              <a:buSzPts val="1500"/>
              <a:buChar char="■"/>
            </a:pPr>
            <a:r>
              <a:rPr lang="es-ES"/>
              <a:t>Seguimiento correcto de las instrucciones.</a:t>
            </a:r>
            <a:endParaRPr/>
          </a:p>
          <a:p>
            <a:pPr marL="914400" lvl="2" indent="-228600" algn="l" rtl="0">
              <a:spcBef>
                <a:spcPts val="500"/>
              </a:spcBef>
              <a:spcAft>
                <a:spcPts val="0"/>
              </a:spcAft>
              <a:buSzPts val="1500"/>
              <a:buChar char="■"/>
            </a:pPr>
            <a:r>
              <a:rPr lang="es-ES"/>
              <a:t>Uso adecuado de las herramientas software y hardware.</a:t>
            </a:r>
            <a:endParaRPr/>
          </a:p>
          <a:p>
            <a:pPr marL="914400" lvl="2" indent="-228600" algn="l" rtl="0">
              <a:spcBef>
                <a:spcPts val="500"/>
              </a:spcBef>
              <a:spcAft>
                <a:spcPts val="0"/>
              </a:spcAft>
              <a:buSzPts val="1500"/>
              <a:buChar char="■"/>
            </a:pPr>
            <a:r>
              <a:rPr lang="es-ES"/>
              <a:t>Exposición y claridad.</a:t>
            </a:r>
            <a:endParaRPr/>
          </a:p>
          <a:p>
            <a:pPr marL="914400" lvl="2" indent="-228600" algn="l" rtl="0">
              <a:spcBef>
                <a:spcPts val="500"/>
              </a:spcBef>
              <a:spcAft>
                <a:spcPts val="0"/>
              </a:spcAft>
              <a:buSzPts val="1500"/>
              <a:buChar char="■"/>
            </a:pPr>
            <a:r>
              <a:rPr lang="es-ES"/>
              <a:t>etc.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6"/>
          <p:cNvSpPr txBox="1">
            <a:spLocks noGrp="1"/>
          </p:cNvSpPr>
          <p:nvPr>
            <p:ph type="title"/>
          </p:nvPr>
        </p:nvSpPr>
        <p:spPr>
          <a:xfrm>
            <a:off x="612648" y="228600"/>
            <a:ext cx="81534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ts val="3600"/>
              <a:buFont typeface="Twentieth Century"/>
              <a:buNone/>
            </a:pPr>
            <a:r>
              <a:rPr lang="es-ES" sz="3600" b="1"/>
              <a:t>Política de comunicación institucional</a:t>
            </a:r>
            <a:endParaRPr/>
          </a:p>
        </p:txBody>
      </p:sp>
      <p:sp>
        <p:nvSpPr>
          <p:cNvPr id="229" name="Google Shape;229;p16"/>
          <p:cNvSpPr txBox="1">
            <a:spLocks noGrp="1"/>
          </p:cNvSpPr>
          <p:nvPr>
            <p:ph type="body" idx="1"/>
          </p:nvPr>
        </p:nvSpPr>
        <p:spPr>
          <a:xfrm>
            <a:off x="612648" y="1600200"/>
            <a:ext cx="8153400" cy="4495800"/>
          </a:xfrm>
          <a:prstGeom prst="rect">
            <a:avLst/>
          </a:prstGeom>
          <a:noFill/>
          <a:ln>
            <a:noFill/>
          </a:ln>
        </p:spPr>
        <p:txBody>
          <a:bodyPr spcFirstLastPara="1" wrap="square" lIns="91425" tIns="45700" rIns="91425" bIns="45700" anchor="t" anchorCtr="0">
            <a:normAutofit lnSpcReduction="10000"/>
          </a:bodyPr>
          <a:lstStyle/>
          <a:p>
            <a:pPr marL="320040" lvl="0" indent="-327660" algn="l" rtl="0">
              <a:spcBef>
                <a:spcPts val="0"/>
              </a:spcBef>
              <a:spcAft>
                <a:spcPts val="0"/>
              </a:spcAft>
              <a:buSzPts val="1200"/>
              <a:buChar char="◻"/>
            </a:pPr>
            <a:r>
              <a:rPr lang="es-ES"/>
              <a:t>Correo institucional: responder con cortesía y educación, asunto identificable, firma y cuerpo del mensaje claro. Solo se atenderá en horario laboral.</a:t>
            </a:r>
            <a:endParaRPr/>
          </a:p>
          <a:p>
            <a:pPr marL="320040" lvl="0" indent="-320040" algn="l" rtl="0">
              <a:spcBef>
                <a:spcPts val="700"/>
              </a:spcBef>
              <a:spcAft>
                <a:spcPts val="0"/>
              </a:spcAft>
              <a:buSzPts val="1200"/>
              <a:buChar char="◻"/>
            </a:pPr>
            <a:r>
              <a:rPr lang="es-ES"/>
              <a:t>La ausencia de parte documental (memoria, evidencias, defensa si procede) implica calificación 0 en esa práctica.</a:t>
            </a:r>
            <a:endParaRPr/>
          </a:p>
          <a:p>
            <a:pPr marL="320040" lvl="0" indent="-312420" algn="l" rtl="0">
              <a:spcBef>
                <a:spcPts val="700"/>
              </a:spcBef>
              <a:spcAft>
                <a:spcPts val="0"/>
              </a:spcAft>
              <a:buSzPts val="1080"/>
              <a:buChar char="◻"/>
            </a:pPr>
            <a:r>
              <a:rPr lang="es-ES"/>
              <a:t>Poner como objetivo de departamento conseguir que los alumnos envíen los correos en forma y tiempo de horario laboral.</a:t>
            </a:r>
            <a:endParaRPr/>
          </a:p>
          <a:p>
            <a:pPr marL="32004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Intermedio">
  <a:themeElements>
    <a:clrScheme name="Intermedio">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termedio">
  <a:themeElements>
    <a:clrScheme name="Intermedio">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1438</Words>
  <Application>Microsoft Office PowerPoint</Application>
  <PresentationFormat>Presentación en pantalla (4:3)</PresentationFormat>
  <Paragraphs>110</Paragraphs>
  <Slides>20</Slides>
  <Notes>20</Notes>
  <HiddenSlides>0</HiddenSlides>
  <MMClips>0</MMClips>
  <ScaleCrop>false</ScaleCrop>
  <HeadingPairs>
    <vt:vector size="4" baseType="variant">
      <vt:variant>
        <vt:lpstr>Tema</vt:lpstr>
      </vt:variant>
      <vt:variant>
        <vt:i4>2</vt:i4>
      </vt:variant>
      <vt:variant>
        <vt:lpstr>Títulos de diapositiva</vt:lpstr>
      </vt:variant>
      <vt:variant>
        <vt:i4>20</vt:i4>
      </vt:variant>
    </vt:vector>
  </HeadingPairs>
  <TitlesOfParts>
    <vt:vector size="22" baseType="lpstr">
      <vt:lpstr>Intermedio</vt:lpstr>
      <vt:lpstr>Intermedio</vt:lpstr>
      <vt:lpstr>CRITERIOS E INSTRUMENTOS DE EVALUACIÓN</vt:lpstr>
      <vt:lpstr>Marco General y Enfoque</vt:lpstr>
      <vt:lpstr>Resultados de aprendizaje</vt:lpstr>
      <vt:lpstr>Desarrollo de los contenidos</vt:lpstr>
      <vt:lpstr>Instrumentos, procedimientos y técnicas  de evaluación</vt:lpstr>
      <vt:lpstr>Instrumentos, procedimientos y técnicas  de evaluación</vt:lpstr>
      <vt:lpstr>Instrumentos, procedimientos y técnicas  de evaluación</vt:lpstr>
      <vt:lpstr>Instrumentos, procedimientos y técnicas  de evaluación</vt:lpstr>
      <vt:lpstr>Instrumentos, procedimientos y técnicas  de evaluación</vt:lpstr>
      <vt:lpstr>Instrumentos, procedimientos y técnicas  de evaluación</vt:lpstr>
      <vt:lpstr>Instrumentos, procedimientos y técnicas  de evaluación</vt:lpstr>
      <vt:lpstr>Instrumentos, procedimientos y técnicas  de evaluación</vt:lpstr>
      <vt:lpstr>Calificaciones y porcentajes</vt:lpstr>
      <vt:lpstr>Calificaciones y porcentajes</vt:lpstr>
      <vt:lpstr>Instrumentos, procedimientos y técnicas  de evaluación</vt:lpstr>
      <vt:lpstr>Instrumentos, procedimientos y técnicas  de evaluación</vt:lpstr>
      <vt:lpstr>Instrumentos, procedimientos y técnicas  de evaluación</vt:lpstr>
      <vt:lpstr>Instrumentos, procedimientos y técnicas  de evaluación</vt:lpstr>
      <vt:lpstr>Instrumentos, procedimientos y técnicas  de evaluación</vt:lpstr>
      <vt:lpstr>Política de comunicación institucional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CRITERIOS E INSTRUMENTOS DE EVALUACIÓN</dc:title>
  <cp:lastModifiedBy>José Ignacio Naranjo García</cp:lastModifiedBy>
  <cp:revision>9</cp:revision>
  <dcterms:created xsi:type="dcterms:W3CDTF">2013-01-27T09:14:16Z</dcterms:created>
  <dcterms:modified xsi:type="dcterms:W3CDTF">2026-06-15T07:37:12Z</dcterms:modified>
</cp:coreProperties>
</file>